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4" r:id="rId2"/>
    <p:sldId id="277" r:id="rId3"/>
    <p:sldId id="258" r:id="rId4"/>
    <p:sldId id="259" r:id="rId5"/>
    <p:sldId id="260" r:id="rId6"/>
    <p:sldId id="261" r:id="rId7"/>
    <p:sldId id="278" r:id="rId8"/>
    <p:sldId id="276" r:id="rId9"/>
    <p:sldId id="262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manth Kumar Tanneru" initials="HKT" lastIdx="1" clrIdx="0">
    <p:extLst>
      <p:ext uri="{19B8F6BF-5375-455C-9EA6-DF929625EA0E}">
        <p15:presenceInfo xmlns:p15="http://schemas.microsoft.com/office/powerpoint/2012/main" userId="Hemanth Kumar Tanner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FE8D6-3F52-4E1B-AD26-116109CDB21E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BD78F16-3C2F-4AA1-A394-A386D453660F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pPr algn="ctr"/>
          <a:r>
            <a:rPr lang="en-US" b="1" dirty="0"/>
            <a:t>Machine Learning model for prediction of Ethane selectivity by</a:t>
          </a:r>
        </a:p>
        <a:p>
          <a:pPr algn="ctr"/>
          <a:r>
            <a:rPr lang="en-US" b="1" dirty="0"/>
            <a:t>Oxidative Coupling of Methane</a:t>
          </a:r>
          <a:endParaRPr lang="en-IN" b="1" dirty="0"/>
        </a:p>
      </dgm:t>
    </dgm:pt>
    <dgm:pt modelId="{83012047-E2F3-41F2-A1A4-57A724D57DFD}" type="parTrans" cxnId="{D5B1D356-6C39-4B68-A072-94F1A8495C48}">
      <dgm:prSet/>
      <dgm:spPr/>
      <dgm:t>
        <a:bodyPr/>
        <a:lstStyle/>
        <a:p>
          <a:endParaRPr lang="en-IN"/>
        </a:p>
      </dgm:t>
    </dgm:pt>
    <dgm:pt modelId="{9AE0116F-9DCB-41B0-A9C1-9A050CB94AE9}" type="sibTrans" cxnId="{D5B1D356-6C39-4B68-A072-94F1A8495C48}">
      <dgm:prSet/>
      <dgm:spPr/>
      <dgm:t>
        <a:bodyPr/>
        <a:lstStyle/>
        <a:p>
          <a:endParaRPr lang="en-IN"/>
        </a:p>
      </dgm:t>
    </dgm:pt>
    <dgm:pt modelId="{A682DB8D-00DD-467C-BA03-7FC52D17E4CB}" type="pres">
      <dgm:prSet presAssocID="{3F9FE8D6-3F52-4E1B-AD26-116109CDB21E}" presName="linear" presStyleCnt="0">
        <dgm:presLayoutVars>
          <dgm:animLvl val="lvl"/>
          <dgm:resizeHandles val="exact"/>
        </dgm:presLayoutVars>
      </dgm:prSet>
      <dgm:spPr/>
    </dgm:pt>
    <dgm:pt modelId="{71E38D54-36A4-47C4-9C91-6F1F4E1E3D6B}" type="pres">
      <dgm:prSet presAssocID="{6BD78F16-3C2F-4AA1-A394-A386D453660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5B1D356-6C39-4B68-A072-94F1A8495C48}" srcId="{3F9FE8D6-3F52-4E1B-AD26-116109CDB21E}" destId="{6BD78F16-3C2F-4AA1-A394-A386D453660F}" srcOrd="0" destOrd="0" parTransId="{83012047-E2F3-41F2-A1A4-57A724D57DFD}" sibTransId="{9AE0116F-9DCB-41B0-A9C1-9A050CB94AE9}"/>
    <dgm:cxn modelId="{971D4494-4CF3-4654-9AC0-7BB2C9E531B9}" type="presOf" srcId="{6BD78F16-3C2F-4AA1-A394-A386D453660F}" destId="{71E38D54-36A4-47C4-9C91-6F1F4E1E3D6B}" srcOrd="0" destOrd="0" presId="urn:microsoft.com/office/officeart/2005/8/layout/vList2"/>
    <dgm:cxn modelId="{D2B56CC2-DE0A-4279-8592-FB04FFF92A8C}" type="presOf" srcId="{3F9FE8D6-3F52-4E1B-AD26-116109CDB21E}" destId="{A682DB8D-00DD-467C-BA03-7FC52D17E4CB}" srcOrd="0" destOrd="0" presId="urn:microsoft.com/office/officeart/2005/8/layout/vList2"/>
    <dgm:cxn modelId="{61910D23-D4CC-4AB6-B3FE-48860CD8EBDA}" type="presParOf" srcId="{A682DB8D-00DD-467C-BA03-7FC52D17E4CB}" destId="{71E38D54-36A4-47C4-9C91-6F1F4E1E3D6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41387E-A035-4095-9CE3-C262EF0B28F7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F71846E-B1A3-4EC0-813B-9B2776F2A193}">
      <dgm:prSet custT="1"/>
      <dgm:spPr/>
      <dgm:t>
        <a:bodyPr/>
        <a:lstStyle/>
        <a:p>
          <a:r>
            <a:rPr lang="en-IN" sz="2000" dirty="0"/>
            <a:t>Introduction</a:t>
          </a:r>
        </a:p>
      </dgm:t>
    </dgm:pt>
    <dgm:pt modelId="{6AF0933B-A8E4-494C-A147-7CD7505D5372}" type="parTrans" cxnId="{EADD4EC0-8E50-45D4-BF2D-56452EF8319F}">
      <dgm:prSet/>
      <dgm:spPr/>
      <dgm:t>
        <a:bodyPr/>
        <a:lstStyle/>
        <a:p>
          <a:endParaRPr lang="en-IN"/>
        </a:p>
      </dgm:t>
    </dgm:pt>
    <dgm:pt modelId="{951F1B9F-328D-48CD-B517-4F5540CC287D}" type="sibTrans" cxnId="{EADD4EC0-8E50-45D4-BF2D-56452EF8319F}">
      <dgm:prSet/>
      <dgm:spPr/>
      <dgm:t>
        <a:bodyPr/>
        <a:lstStyle/>
        <a:p>
          <a:endParaRPr lang="en-IN"/>
        </a:p>
      </dgm:t>
    </dgm:pt>
    <dgm:pt modelId="{F8A03EF3-DEED-41BA-A051-928B73CAEADB}">
      <dgm:prSet custT="1"/>
      <dgm:spPr/>
      <dgm:t>
        <a:bodyPr/>
        <a:lstStyle/>
        <a:p>
          <a:r>
            <a:rPr lang="en-IN" sz="1800"/>
            <a:t>Aim</a:t>
          </a:r>
        </a:p>
      </dgm:t>
    </dgm:pt>
    <dgm:pt modelId="{8D9F4BA9-4524-4908-BEFB-EB08A6680CD0}" type="parTrans" cxnId="{B9A783C6-EE77-4E6A-813F-0B18E22D4A08}">
      <dgm:prSet/>
      <dgm:spPr/>
      <dgm:t>
        <a:bodyPr/>
        <a:lstStyle/>
        <a:p>
          <a:endParaRPr lang="en-IN"/>
        </a:p>
      </dgm:t>
    </dgm:pt>
    <dgm:pt modelId="{ADBC98F8-C799-4A44-9731-1434E2D6A01E}" type="sibTrans" cxnId="{B9A783C6-EE77-4E6A-813F-0B18E22D4A08}">
      <dgm:prSet/>
      <dgm:spPr/>
      <dgm:t>
        <a:bodyPr/>
        <a:lstStyle/>
        <a:p>
          <a:endParaRPr lang="en-IN"/>
        </a:p>
      </dgm:t>
    </dgm:pt>
    <dgm:pt modelId="{1B18D594-B166-4FFB-A066-A4D91A36CA30}">
      <dgm:prSet custT="1"/>
      <dgm:spPr/>
      <dgm:t>
        <a:bodyPr/>
        <a:lstStyle/>
        <a:p>
          <a:r>
            <a:rPr lang="en-IN" sz="1800" dirty="0"/>
            <a:t>Methodology</a:t>
          </a:r>
        </a:p>
      </dgm:t>
    </dgm:pt>
    <dgm:pt modelId="{558BABB6-6965-467E-A1AD-073520619937}" type="parTrans" cxnId="{4C9CCA55-EFEE-42B4-8A10-12E24D24D414}">
      <dgm:prSet/>
      <dgm:spPr/>
      <dgm:t>
        <a:bodyPr/>
        <a:lstStyle/>
        <a:p>
          <a:endParaRPr lang="en-IN"/>
        </a:p>
      </dgm:t>
    </dgm:pt>
    <dgm:pt modelId="{5A6A75FF-9855-4530-AC67-259D45C2EF9D}" type="sibTrans" cxnId="{4C9CCA55-EFEE-42B4-8A10-12E24D24D414}">
      <dgm:prSet/>
      <dgm:spPr/>
      <dgm:t>
        <a:bodyPr/>
        <a:lstStyle/>
        <a:p>
          <a:endParaRPr lang="en-IN"/>
        </a:p>
      </dgm:t>
    </dgm:pt>
    <dgm:pt modelId="{58CF92CB-12C8-4DFA-8007-3106857035C6}">
      <dgm:prSet custT="1"/>
      <dgm:spPr/>
      <dgm:t>
        <a:bodyPr/>
        <a:lstStyle/>
        <a:p>
          <a:r>
            <a:rPr lang="en-IN" sz="1800" dirty="0"/>
            <a:t>Results and discussion</a:t>
          </a:r>
        </a:p>
      </dgm:t>
    </dgm:pt>
    <dgm:pt modelId="{83959A4B-214A-4B4E-B535-0272F1E897F5}" type="parTrans" cxnId="{E61BDE6D-1C05-4BE8-BDD1-A21092388D81}">
      <dgm:prSet/>
      <dgm:spPr/>
      <dgm:t>
        <a:bodyPr/>
        <a:lstStyle/>
        <a:p>
          <a:endParaRPr lang="en-IN"/>
        </a:p>
      </dgm:t>
    </dgm:pt>
    <dgm:pt modelId="{C18E7B1D-782E-456F-AC52-912AD47DCA2C}" type="sibTrans" cxnId="{E61BDE6D-1C05-4BE8-BDD1-A21092388D81}">
      <dgm:prSet/>
      <dgm:spPr/>
      <dgm:t>
        <a:bodyPr/>
        <a:lstStyle/>
        <a:p>
          <a:endParaRPr lang="en-IN"/>
        </a:p>
      </dgm:t>
    </dgm:pt>
    <dgm:pt modelId="{17B0BE08-AA7D-493B-9519-AA5107E27ECD}">
      <dgm:prSet custT="1"/>
      <dgm:spPr/>
      <dgm:t>
        <a:bodyPr/>
        <a:lstStyle/>
        <a:p>
          <a:r>
            <a:rPr lang="en-IN" sz="1800" dirty="0"/>
            <a:t>Conclusion </a:t>
          </a:r>
        </a:p>
      </dgm:t>
    </dgm:pt>
    <dgm:pt modelId="{D9292B4D-26BB-4673-90EC-CD17BDF9082B}" type="parTrans" cxnId="{4FC061E1-7E56-4788-B451-11EA03DDFEC8}">
      <dgm:prSet/>
      <dgm:spPr/>
      <dgm:t>
        <a:bodyPr/>
        <a:lstStyle/>
        <a:p>
          <a:endParaRPr lang="en-IN"/>
        </a:p>
      </dgm:t>
    </dgm:pt>
    <dgm:pt modelId="{2AA77922-56F1-479D-AA36-0F2AF63E0896}" type="sibTrans" cxnId="{4FC061E1-7E56-4788-B451-11EA03DDFEC8}">
      <dgm:prSet/>
      <dgm:spPr/>
      <dgm:t>
        <a:bodyPr/>
        <a:lstStyle/>
        <a:p>
          <a:endParaRPr lang="en-IN"/>
        </a:p>
      </dgm:t>
    </dgm:pt>
    <dgm:pt modelId="{210469C6-EC31-464B-8D03-D4AB73303BEF}">
      <dgm:prSet custT="1"/>
      <dgm:spPr/>
      <dgm:t>
        <a:bodyPr/>
        <a:lstStyle/>
        <a:p>
          <a:r>
            <a:rPr lang="en-IN" sz="1800"/>
            <a:t>References</a:t>
          </a:r>
        </a:p>
      </dgm:t>
    </dgm:pt>
    <dgm:pt modelId="{5CAE9CF2-F933-410E-A7D6-DE33F530C78C}" type="parTrans" cxnId="{4B90094A-03F8-4F46-8D03-FC256BF2E488}">
      <dgm:prSet/>
      <dgm:spPr/>
      <dgm:t>
        <a:bodyPr/>
        <a:lstStyle/>
        <a:p>
          <a:endParaRPr lang="en-IN"/>
        </a:p>
      </dgm:t>
    </dgm:pt>
    <dgm:pt modelId="{C74F5DB0-C7C4-46CA-8F7E-10C87161D285}" type="sibTrans" cxnId="{4B90094A-03F8-4F46-8D03-FC256BF2E488}">
      <dgm:prSet/>
      <dgm:spPr/>
      <dgm:t>
        <a:bodyPr/>
        <a:lstStyle/>
        <a:p>
          <a:endParaRPr lang="en-IN"/>
        </a:p>
      </dgm:t>
    </dgm:pt>
    <dgm:pt modelId="{28BCEE17-47A3-4369-AF3F-EE0C88089EA7}" type="pres">
      <dgm:prSet presAssocID="{7141387E-A035-4095-9CE3-C262EF0B28F7}" presName="Name0" presStyleCnt="0">
        <dgm:presLayoutVars>
          <dgm:chMax val="7"/>
          <dgm:chPref val="7"/>
          <dgm:dir/>
        </dgm:presLayoutVars>
      </dgm:prSet>
      <dgm:spPr/>
    </dgm:pt>
    <dgm:pt modelId="{0F1FCC95-CE34-47B5-9629-F986CB6CB492}" type="pres">
      <dgm:prSet presAssocID="{7141387E-A035-4095-9CE3-C262EF0B28F7}" presName="Name1" presStyleCnt="0"/>
      <dgm:spPr/>
    </dgm:pt>
    <dgm:pt modelId="{E7050C52-81F1-4635-A6E0-C3E5AC8B00C9}" type="pres">
      <dgm:prSet presAssocID="{7141387E-A035-4095-9CE3-C262EF0B28F7}" presName="cycle" presStyleCnt="0"/>
      <dgm:spPr/>
    </dgm:pt>
    <dgm:pt modelId="{F5710410-CEC9-43A1-96B3-6C1E227F9D16}" type="pres">
      <dgm:prSet presAssocID="{7141387E-A035-4095-9CE3-C262EF0B28F7}" presName="srcNode" presStyleLbl="node1" presStyleIdx="0" presStyleCnt="6"/>
      <dgm:spPr/>
    </dgm:pt>
    <dgm:pt modelId="{936A5E06-A4D6-4E9D-9CFC-17C85949633A}" type="pres">
      <dgm:prSet presAssocID="{7141387E-A035-4095-9CE3-C262EF0B28F7}" presName="conn" presStyleLbl="parChTrans1D2" presStyleIdx="0" presStyleCnt="1"/>
      <dgm:spPr/>
    </dgm:pt>
    <dgm:pt modelId="{C6DD60FE-8232-4E41-980A-92591CFA5262}" type="pres">
      <dgm:prSet presAssocID="{7141387E-A035-4095-9CE3-C262EF0B28F7}" presName="extraNode" presStyleLbl="node1" presStyleIdx="0" presStyleCnt="6"/>
      <dgm:spPr/>
    </dgm:pt>
    <dgm:pt modelId="{5D3B5162-C9AA-46C4-A2BA-7A3C93B2B3D0}" type="pres">
      <dgm:prSet presAssocID="{7141387E-A035-4095-9CE3-C262EF0B28F7}" presName="dstNode" presStyleLbl="node1" presStyleIdx="0" presStyleCnt="6"/>
      <dgm:spPr/>
    </dgm:pt>
    <dgm:pt modelId="{BCA87AEF-A694-4415-9C1A-331A581F2ACD}" type="pres">
      <dgm:prSet presAssocID="{9F71846E-B1A3-4EC0-813B-9B2776F2A193}" presName="text_1" presStyleLbl="node1" presStyleIdx="0" presStyleCnt="6">
        <dgm:presLayoutVars>
          <dgm:bulletEnabled val="1"/>
        </dgm:presLayoutVars>
      </dgm:prSet>
      <dgm:spPr/>
    </dgm:pt>
    <dgm:pt modelId="{EF3D923B-8D7B-4C68-A49F-A451F3769941}" type="pres">
      <dgm:prSet presAssocID="{9F71846E-B1A3-4EC0-813B-9B2776F2A193}" presName="accent_1" presStyleCnt="0"/>
      <dgm:spPr/>
    </dgm:pt>
    <dgm:pt modelId="{76E66316-1605-4A3A-B09D-2D6ACE4BFAF3}" type="pres">
      <dgm:prSet presAssocID="{9F71846E-B1A3-4EC0-813B-9B2776F2A193}" presName="accentRepeatNode" presStyleLbl="solidFgAcc1" presStyleIdx="0" presStyleCnt="6"/>
      <dgm:spPr/>
    </dgm:pt>
    <dgm:pt modelId="{BF14BF28-D97B-4EFD-8D65-A47F8EC681BD}" type="pres">
      <dgm:prSet presAssocID="{F8A03EF3-DEED-41BA-A051-928B73CAEADB}" presName="text_2" presStyleLbl="node1" presStyleIdx="1" presStyleCnt="6">
        <dgm:presLayoutVars>
          <dgm:bulletEnabled val="1"/>
        </dgm:presLayoutVars>
      </dgm:prSet>
      <dgm:spPr/>
    </dgm:pt>
    <dgm:pt modelId="{4EDA4B6B-4E4A-404F-9B27-BD25A54BC6A2}" type="pres">
      <dgm:prSet presAssocID="{F8A03EF3-DEED-41BA-A051-928B73CAEADB}" presName="accent_2" presStyleCnt="0"/>
      <dgm:spPr/>
    </dgm:pt>
    <dgm:pt modelId="{1FCE3291-F578-409E-B18D-9DCD6098CCC0}" type="pres">
      <dgm:prSet presAssocID="{F8A03EF3-DEED-41BA-A051-928B73CAEADB}" presName="accentRepeatNode" presStyleLbl="solidFgAcc1" presStyleIdx="1" presStyleCnt="6"/>
      <dgm:spPr/>
    </dgm:pt>
    <dgm:pt modelId="{94E72991-D404-4D9F-AE12-F652B838F401}" type="pres">
      <dgm:prSet presAssocID="{1B18D594-B166-4FFB-A066-A4D91A36CA30}" presName="text_3" presStyleLbl="node1" presStyleIdx="2" presStyleCnt="6">
        <dgm:presLayoutVars>
          <dgm:bulletEnabled val="1"/>
        </dgm:presLayoutVars>
      </dgm:prSet>
      <dgm:spPr/>
    </dgm:pt>
    <dgm:pt modelId="{48F612EA-B23D-461B-8ED6-B55800640D85}" type="pres">
      <dgm:prSet presAssocID="{1B18D594-B166-4FFB-A066-A4D91A36CA30}" presName="accent_3" presStyleCnt="0"/>
      <dgm:spPr/>
    </dgm:pt>
    <dgm:pt modelId="{DE73FC78-3772-4272-91DC-90D6EA6A0BF5}" type="pres">
      <dgm:prSet presAssocID="{1B18D594-B166-4FFB-A066-A4D91A36CA30}" presName="accentRepeatNode" presStyleLbl="solidFgAcc1" presStyleIdx="2" presStyleCnt="6"/>
      <dgm:spPr/>
    </dgm:pt>
    <dgm:pt modelId="{8F1EFFBA-DDF5-415B-A52D-940FD0098DC6}" type="pres">
      <dgm:prSet presAssocID="{58CF92CB-12C8-4DFA-8007-3106857035C6}" presName="text_4" presStyleLbl="node1" presStyleIdx="3" presStyleCnt="6">
        <dgm:presLayoutVars>
          <dgm:bulletEnabled val="1"/>
        </dgm:presLayoutVars>
      </dgm:prSet>
      <dgm:spPr/>
    </dgm:pt>
    <dgm:pt modelId="{9CD2E357-9A53-4DE8-9633-742057D8DDC7}" type="pres">
      <dgm:prSet presAssocID="{58CF92CB-12C8-4DFA-8007-3106857035C6}" presName="accent_4" presStyleCnt="0"/>
      <dgm:spPr/>
    </dgm:pt>
    <dgm:pt modelId="{AA6ECC26-8C4A-4A44-9BEA-3A2B85A33E12}" type="pres">
      <dgm:prSet presAssocID="{58CF92CB-12C8-4DFA-8007-3106857035C6}" presName="accentRepeatNode" presStyleLbl="solidFgAcc1" presStyleIdx="3" presStyleCnt="6"/>
      <dgm:spPr/>
    </dgm:pt>
    <dgm:pt modelId="{74C4032F-EA51-4CAC-A9C7-80A45F2F8FFF}" type="pres">
      <dgm:prSet presAssocID="{17B0BE08-AA7D-493B-9519-AA5107E27ECD}" presName="text_5" presStyleLbl="node1" presStyleIdx="4" presStyleCnt="6">
        <dgm:presLayoutVars>
          <dgm:bulletEnabled val="1"/>
        </dgm:presLayoutVars>
      </dgm:prSet>
      <dgm:spPr/>
    </dgm:pt>
    <dgm:pt modelId="{ED713BCE-9768-4455-B4BF-E0D6AF09163C}" type="pres">
      <dgm:prSet presAssocID="{17B0BE08-AA7D-493B-9519-AA5107E27ECD}" presName="accent_5" presStyleCnt="0"/>
      <dgm:spPr/>
    </dgm:pt>
    <dgm:pt modelId="{47C4528D-3FEA-4571-81D8-D9C6C59AE193}" type="pres">
      <dgm:prSet presAssocID="{17B0BE08-AA7D-493B-9519-AA5107E27ECD}" presName="accentRepeatNode" presStyleLbl="solidFgAcc1" presStyleIdx="4" presStyleCnt="6"/>
      <dgm:spPr/>
    </dgm:pt>
    <dgm:pt modelId="{9D43903F-399D-4CEF-AC6B-A1070B2B8523}" type="pres">
      <dgm:prSet presAssocID="{210469C6-EC31-464B-8D03-D4AB73303BEF}" presName="text_6" presStyleLbl="node1" presStyleIdx="5" presStyleCnt="6">
        <dgm:presLayoutVars>
          <dgm:bulletEnabled val="1"/>
        </dgm:presLayoutVars>
      </dgm:prSet>
      <dgm:spPr/>
    </dgm:pt>
    <dgm:pt modelId="{8BAA58EF-9133-414E-87EF-63E6DB711967}" type="pres">
      <dgm:prSet presAssocID="{210469C6-EC31-464B-8D03-D4AB73303BEF}" presName="accent_6" presStyleCnt="0"/>
      <dgm:spPr/>
    </dgm:pt>
    <dgm:pt modelId="{AB3BBBB1-20C6-48C3-8213-959176575FF8}" type="pres">
      <dgm:prSet presAssocID="{210469C6-EC31-464B-8D03-D4AB73303BEF}" presName="accentRepeatNode" presStyleLbl="solidFgAcc1" presStyleIdx="5" presStyleCnt="6"/>
      <dgm:spPr/>
    </dgm:pt>
  </dgm:ptLst>
  <dgm:cxnLst>
    <dgm:cxn modelId="{B6384310-D744-4CD9-84B7-CD108ABDDFDF}" type="presOf" srcId="{58CF92CB-12C8-4DFA-8007-3106857035C6}" destId="{8F1EFFBA-DDF5-415B-A52D-940FD0098DC6}" srcOrd="0" destOrd="0" presId="urn:microsoft.com/office/officeart/2008/layout/VerticalCurvedList"/>
    <dgm:cxn modelId="{C43E671C-8CFF-4EA0-9B1A-58C2806FDD71}" type="presOf" srcId="{17B0BE08-AA7D-493B-9519-AA5107E27ECD}" destId="{74C4032F-EA51-4CAC-A9C7-80A45F2F8FFF}" srcOrd="0" destOrd="0" presId="urn:microsoft.com/office/officeart/2008/layout/VerticalCurvedList"/>
    <dgm:cxn modelId="{BE9F9222-9B4E-430D-9C9B-2518A545138A}" type="presOf" srcId="{210469C6-EC31-464B-8D03-D4AB73303BEF}" destId="{9D43903F-399D-4CEF-AC6B-A1070B2B8523}" srcOrd="0" destOrd="0" presId="urn:microsoft.com/office/officeart/2008/layout/VerticalCurvedList"/>
    <dgm:cxn modelId="{5B928331-5255-4242-B76C-4E8FA3D59813}" type="presOf" srcId="{9F71846E-B1A3-4EC0-813B-9B2776F2A193}" destId="{BCA87AEF-A694-4415-9C1A-331A581F2ACD}" srcOrd="0" destOrd="0" presId="urn:microsoft.com/office/officeart/2008/layout/VerticalCurvedList"/>
    <dgm:cxn modelId="{80217A41-247A-4440-A9E0-288FA083A165}" type="presOf" srcId="{F8A03EF3-DEED-41BA-A051-928B73CAEADB}" destId="{BF14BF28-D97B-4EFD-8D65-A47F8EC681BD}" srcOrd="0" destOrd="0" presId="urn:microsoft.com/office/officeart/2008/layout/VerticalCurvedList"/>
    <dgm:cxn modelId="{4B90094A-03F8-4F46-8D03-FC256BF2E488}" srcId="{7141387E-A035-4095-9CE3-C262EF0B28F7}" destId="{210469C6-EC31-464B-8D03-D4AB73303BEF}" srcOrd="5" destOrd="0" parTransId="{5CAE9CF2-F933-410E-A7D6-DE33F530C78C}" sibTransId="{C74F5DB0-C7C4-46CA-8F7E-10C87161D285}"/>
    <dgm:cxn modelId="{E61BDE6D-1C05-4BE8-BDD1-A21092388D81}" srcId="{7141387E-A035-4095-9CE3-C262EF0B28F7}" destId="{58CF92CB-12C8-4DFA-8007-3106857035C6}" srcOrd="3" destOrd="0" parTransId="{83959A4B-214A-4B4E-B535-0272F1E897F5}" sibTransId="{C18E7B1D-782E-456F-AC52-912AD47DCA2C}"/>
    <dgm:cxn modelId="{4C9CCA55-EFEE-42B4-8A10-12E24D24D414}" srcId="{7141387E-A035-4095-9CE3-C262EF0B28F7}" destId="{1B18D594-B166-4FFB-A066-A4D91A36CA30}" srcOrd="2" destOrd="0" parTransId="{558BABB6-6965-467E-A1AD-073520619937}" sibTransId="{5A6A75FF-9855-4530-AC67-259D45C2EF9D}"/>
    <dgm:cxn modelId="{F095575A-078E-423F-B9EE-AFFDC0C32731}" type="presOf" srcId="{951F1B9F-328D-48CD-B517-4F5540CC287D}" destId="{936A5E06-A4D6-4E9D-9CFC-17C85949633A}" srcOrd="0" destOrd="0" presId="urn:microsoft.com/office/officeart/2008/layout/VerticalCurvedList"/>
    <dgm:cxn modelId="{A6630FA5-FC8D-44F0-A20F-C7E93FB94A46}" type="presOf" srcId="{1B18D594-B166-4FFB-A066-A4D91A36CA30}" destId="{94E72991-D404-4D9F-AE12-F652B838F401}" srcOrd="0" destOrd="0" presId="urn:microsoft.com/office/officeart/2008/layout/VerticalCurvedList"/>
    <dgm:cxn modelId="{EADD4EC0-8E50-45D4-BF2D-56452EF8319F}" srcId="{7141387E-A035-4095-9CE3-C262EF0B28F7}" destId="{9F71846E-B1A3-4EC0-813B-9B2776F2A193}" srcOrd="0" destOrd="0" parTransId="{6AF0933B-A8E4-494C-A147-7CD7505D5372}" sibTransId="{951F1B9F-328D-48CD-B517-4F5540CC287D}"/>
    <dgm:cxn modelId="{B9A783C6-EE77-4E6A-813F-0B18E22D4A08}" srcId="{7141387E-A035-4095-9CE3-C262EF0B28F7}" destId="{F8A03EF3-DEED-41BA-A051-928B73CAEADB}" srcOrd="1" destOrd="0" parTransId="{8D9F4BA9-4524-4908-BEFB-EB08A6680CD0}" sibTransId="{ADBC98F8-C799-4A44-9731-1434E2D6A01E}"/>
    <dgm:cxn modelId="{4FC061E1-7E56-4788-B451-11EA03DDFEC8}" srcId="{7141387E-A035-4095-9CE3-C262EF0B28F7}" destId="{17B0BE08-AA7D-493B-9519-AA5107E27ECD}" srcOrd="4" destOrd="0" parTransId="{D9292B4D-26BB-4673-90EC-CD17BDF9082B}" sibTransId="{2AA77922-56F1-479D-AA36-0F2AF63E0896}"/>
    <dgm:cxn modelId="{232F8CE5-5BB0-4CBC-B516-77641E4199FC}" type="presOf" srcId="{7141387E-A035-4095-9CE3-C262EF0B28F7}" destId="{28BCEE17-47A3-4369-AF3F-EE0C88089EA7}" srcOrd="0" destOrd="0" presId="urn:microsoft.com/office/officeart/2008/layout/VerticalCurvedList"/>
    <dgm:cxn modelId="{CB04A5ED-B4D7-4C03-B5CF-E93C9BBF3F21}" type="presParOf" srcId="{28BCEE17-47A3-4369-AF3F-EE0C88089EA7}" destId="{0F1FCC95-CE34-47B5-9629-F986CB6CB492}" srcOrd="0" destOrd="0" presId="urn:microsoft.com/office/officeart/2008/layout/VerticalCurvedList"/>
    <dgm:cxn modelId="{E5D1BADB-46CA-4B1C-9161-6B04C2EB17AD}" type="presParOf" srcId="{0F1FCC95-CE34-47B5-9629-F986CB6CB492}" destId="{E7050C52-81F1-4635-A6E0-C3E5AC8B00C9}" srcOrd="0" destOrd="0" presId="urn:microsoft.com/office/officeart/2008/layout/VerticalCurvedList"/>
    <dgm:cxn modelId="{E94AD0D0-8149-4CB6-948E-DD80FBC11A7F}" type="presParOf" srcId="{E7050C52-81F1-4635-A6E0-C3E5AC8B00C9}" destId="{F5710410-CEC9-43A1-96B3-6C1E227F9D16}" srcOrd="0" destOrd="0" presId="urn:microsoft.com/office/officeart/2008/layout/VerticalCurvedList"/>
    <dgm:cxn modelId="{4DFFC800-C9BD-4A92-B51D-D40253D689D1}" type="presParOf" srcId="{E7050C52-81F1-4635-A6E0-C3E5AC8B00C9}" destId="{936A5E06-A4D6-4E9D-9CFC-17C85949633A}" srcOrd="1" destOrd="0" presId="urn:microsoft.com/office/officeart/2008/layout/VerticalCurvedList"/>
    <dgm:cxn modelId="{4697CC29-3AB0-4246-91FD-093BB517D699}" type="presParOf" srcId="{E7050C52-81F1-4635-A6E0-C3E5AC8B00C9}" destId="{C6DD60FE-8232-4E41-980A-92591CFA5262}" srcOrd="2" destOrd="0" presId="urn:microsoft.com/office/officeart/2008/layout/VerticalCurvedList"/>
    <dgm:cxn modelId="{7E156F65-A37D-4878-9369-4AED10BA4C69}" type="presParOf" srcId="{E7050C52-81F1-4635-A6E0-C3E5AC8B00C9}" destId="{5D3B5162-C9AA-46C4-A2BA-7A3C93B2B3D0}" srcOrd="3" destOrd="0" presId="urn:microsoft.com/office/officeart/2008/layout/VerticalCurvedList"/>
    <dgm:cxn modelId="{4ADD62BD-A294-48CC-BDAF-50E2798DDF17}" type="presParOf" srcId="{0F1FCC95-CE34-47B5-9629-F986CB6CB492}" destId="{BCA87AEF-A694-4415-9C1A-331A581F2ACD}" srcOrd="1" destOrd="0" presId="urn:microsoft.com/office/officeart/2008/layout/VerticalCurvedList"/>
    <dgm:cxn modelId="{5F9E3325-5A16-409E-B51F-F86EE1771D87}" type="presParOf" srcId="{0F1FCC95-CE34-47B5-9629-F986CB6CB492}" destId="{EF3D923B-8D7B-4C68-A49F-A451F3769941}" srcOrd="2" destOrd="0" presId="urn:microsoft.com/office/officeart/2008/layout/VerticalCurvedList"/>
    <dgm:cxn modelId="{B5CAAAB1-C61D-469C-8510-D8D97A3574A0}" type="presParOf" srcId="{EF3D923B-8D7B-4C68-A49F-A451F3769941}" destId="{76E66316-1605-4A3A-B09D-2D6ACE4BFAF3}" srcOrd="0" destOrd="0" presId="urn:microsoft.com/office/officeart/2008/layout/VerticalCurvedList"/>
    <dgm:cxn modelId="{BFC4CAC3-9813-4C2B-8944-3EF3BD0057B1}" type="presParOf" srcId="{0F1FCC95-CE34-47B5-9629-F986CB6CB492}" destId="{BF14BF28-D97B-4EFD-8D65-A47F8EC681BD}" srcOrd="3" destOrd="0" presId="urn:microsoft.com/office/officeart/2008/layout/VerticalCurvedList"/>
    <dgm:cxn modelId="{7A1077EB-00BC-4BAD-9483-C128395E96B1}" type="presParOf" srcId="{0F1FCC95-CE34-47B5-9629-F986CB6CB492}" destId="{4EDA4B6B-4E4A-404F-9B27-BD25A54BC6A2}" srcOrd="4" destOrd="0" presId="urn:microsoft.com/office/officeart/2008/layout/VerticalCurvedList"/>
    <dgm:cxn modelId="{3881F72E-35BB-4815-B465-3A26BDACD5FD}" type="presParOf" srcId="{4EDA4B6B-4E4A-404F-9B27-BD25A54BC6A2}" destId="{1FCE3291-F578-409E-B18D-9DCD6098CCC0}" srcOrd="0" destOrd="0" presId="urn:microsoft.com/office/officeart/2008/layout/VerticalCurvedList"/>
    <dgm:cxn modelId="{76C34289-1D8C-40CE-87EC-9B6FD85C4E61}" type="presParOf" srcId="{0F1FCC95-CE34-47B5-9629-F986CB6CB492}" destId="{94E72991-D404-4D9F-AE12-F652B838F401}" srcOrd="5" destOrd="0" presId="urn:microsoft.com/office/officeart/2008/layout/VerticalCurvedList"/>
    <dgm:cxn modelId="{DDE05024-2EF5-4D05-88B2-B97C50621DEB}" type="presParOf" srcId="{0F1FCC95-CE34-47B5-9629-F986CB6CB492}" destId="{48F612EA-B23D-461B-8ED6-B55800640D85}" srcOrd="6" destOrd="0" presId="urn:microsoft.com/office/officeart/2008/layout/VerticalCurvedList"/>
    <dgm:cxn modelId="{5C4027B9-51AE-490D-82D3-63D8E99E2C6C}" type="presParOf" srcId="{48F612EA-B23D-461B-8ED6-B55800640D85}" destId="{DE73FC78-3772-4272-91DC-90D6EA6A0BF5}" srcOrd="0" destOrd="0" presId="urn:microsoft.com/office/officeart/2008/layout/VerticalCurvedList"/>
    <dgm:cxn modelId="{DBE3C30D-69EB-4A20-B0A3-2DC6C4F0F882}" type="presParOf" srcId="{0F1FCC95-CE34-47B5-9629-F986CB6CB492}" destId="{8F1EFFBA-DDF5-415B-A52D-940FD0098DC6}" srcOrd="7" destOrd="0" presId="urn:microsoft.com/office/officeart/2008/layout/VerticalCurvedList"/>
    <dgm:cxn modelId="{EEF3F78F-D433-432C-A30D-83555DC30812}" type="presParOf" srcId="{0F1FCC95-CE34-47B5-9629-F986CB6CB492}" destId="{9CD2E357-9A53-4DE8-9633-742057D8DDC7}" srcOrd="8" destOrd="0" presId="urn:microsoft.com/office/officeart/2008/layout/VerticalCurvedList"/>
    <dgm:cxn modelId="{F8ED249C-CE3E-4733-964A-EE35E6E1563F}" type="presParOf" srcId="{9CD2E357-9A53-4DE8-9633-742057D8DDC7}" destId="{AA6ECC26-8C4A-4A44-9BEA-3A2B85A33E12}" srcOrd="0" destOrd="0" presId="urn:microsoft.com/office/officeart/2008/layout/VerticalCurvedList"/>
    <dgm:cxn modelId="{653C296C-D7E4-4363-B427-80AAAE1A861B}" type="presParOf" srcId="{0F1FCC95-CE34-47B5-9629-F986CB6CB492}" destId="{74C4032F-EA51-4CAC-A9C7-80A45F2F8FFF}" srcOrd="9" destOrd="0" presId="urn:microsoft.com/office/officeart/2008/layout/VerticalCurvedList"/>
    <dgm:cxn modelId="{5FB912C1-2F9D-4352-8426-58D045556EBB}" type="presParOf" srcId="{0F1FCC95-CE34-47B5-9629-F986CB6CB492}" destId="{ED713BCE-9768-4455-B4BF-E0D6AF09163C}" srcOrd="10" destOrd="0" presId="urn:microsoft.com/office/officeart/2008/layout/VerticalCurvedList"/>
    <dgm:cxn modelId="{0A82572F-49F7-4AC7-B366-54ABE9624261}" type="presParOf" srcId="{ED713BCE-9768-4455-B4BF-E0D6AF09163C}" destId="{47C4528D-3FEA-4571-81D8-D9C6C59AE193}" srcOrd="0" destOrd="0" presId="urn:microsoft.com/office/officeart/2008/layout/VerticalCurvedList"/>
    <dgm:cxn modelId="{B18FB6CD-9561-45C3-AB34-1F741C28E6DE}" type="presParOf" srcId="{0F1FCC95-CE34-47B5-9629-F986CB6CB492}" destId="{9D43903F-399D-4CEF-AC6B-A1070B2B8523}" srcOrd="11" destOrd="0" presId="urn:microsoft.com/office/officeart/2008/layout/VerticalCurvedList"/>
    <dgm:cxn modelId="{3A566043-ADAF-46C4-B9CC-9B94FEEEB9AF}" type="presParOf" srcId="{0F1FCC95-CE34-47B5-9629-F986CB6CB492}" destId="{8BAA58EF-9133-414E-87EF-63E6DB711967}" srcOrd="12" destOrd="0" presId="urn:microsoft.com/office/officeart/2008/layout/VerticalCurvedList"/>
    <dgm:cxn modelId="{77635191-6CBA-4F87-B05D-BA92FCA493E5}" type="presParOf" srcId="{8BAA58EF-9133-414E-87EF-63E6DB711967}" destId="{AB3BBBB1-20C6-48C3-8213-959176575FF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77C074-E608-41BB-940F-607388C248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38C74F-DAA7-47F4-BBE3-5328EE91CE01}">
      <dgm:prSet/>
      <dgm:spPr/>
      <dgm:t>
        <a:bodyPr/>
        <a:lstStyle/>
        <a:p>
          <a:r>
            <a:rPr lang="en-US" dirty="0"/>
            <a:t>Oxidative coupling of methane (OCM)  </a:t>
          </a:r>
          <a:endParaRPr lang="en-IN" dirty="0"/>
        </a:p>
      </dgm:t>
    </dgm:pt>
    <dgm:pt modelId="{D71AA311-C835-47B6-BAD0-A020CC112106}" type="parTrans" cxnId="{E66FA1D7-7CCA-4F3B-8F88-D4546373B35B}">
      <dgm:prSet/>
      <dgm:spPr/>
      <dgm:t>
        <a:bodyPr/>
        <a:lstStyle/>
        <a:p>
          <a:endParaRPr lang="en-IN"/>
        </a:p>
      </dgm:t>
    </dgm:pt>
    <dgm:pt modelId="{40B7E603-AD16-4E5A-9CB8-9C5B07C80CD5}" type="sibTrans" cxnId="{E66FA1D7-7CCA-4F3B-8F88-D4546373B35B}">
      <dgm:prSet/>
      <dgm:spPr/>
      <dgm:t>
        <a:bodyPr/>
        <a:lstStyle/>
        <a:p>
          <a:endParaRPr lang="en-IN"/>
        </a:p>
      </dgm:t>
    </dgm:pt>
    <dgm:pt modelId="{3D79AAF3-A8C8-4ADE-AC46-5150B4E03DA0}">
      <dgm:prSet/>
      <dgm:spPr/>
      <dgm:t>
        <a:bodyPr anchor="ctr"/>
        <a:lstStyle/>
        <a:p>
          <a:r>
            <a:rPr lang="en-US" dirty="0"/>
            <a:t>Hydrogen atom extraction from methane by an oxygen atom on the catalyst's surface. </a:t>
          </a:r>
          <a:endParaRPr lang="en-IN" dirty="0"/>
        </a:p>
      </dgm:t>
    </dgm:pt>
    <dgm:pt modelId="{3E986BBA-AF33-4921-97E8-5921281DA1ED}" type="parTrans" cxnId="{EAA5C1A6-F0F7-46F5-81D3-39E41A9B29EE}">
      <dgm:prSet/>
      <dgm:spPr/>
      <dgm:t>
        <a:bodyPr/>
        <a:lstStyle/>
        <a:p>
          <a:endParaRPr lang="en-IN"/>
        </a:p>
      </dgm:t>
    </dgm:pt>
    <dgm:pt modelId="{67023FA8-B9A9-4FC7-B16B-0108A715BF9C}" type="sibTrans" cxnId="{EAA5C1A6-F0F7-46F5-81D3-39E41A9B29EE}">
      <dgm:prSet/>
      <dgm:spPr/>
      <dgm:t>
        <a:bodyPr/>
        <a:lstStyle/>
        <a:p>
          <a:endParaRPr lang="en-IN"/>
        </a:p>
      </dgm:t>
    </dgm:pt>
    <dgm:pt modelId="{5870A3C7-534B-46E0-AAF3-B6FDDF12F818}">
      <dgm:prSet/>
      <dgm:spPr/>
      <dgm:t>
        <a:bodyPr anchor="ctr"/>
        <a:lstStyle/>
        <a:p>
          <a:r>
            <a:rPr lang="en-US" dirty="0"/>
            <a:t>This extraction leaves behind a methyl radical (*CH3), which is then released from the catalyst's surface. </a:t>
          </a:r>
          <a:endParaRPr lang="en-IN" dirty="0"/>
        </a:p>
      </dgm:t>
    </dgm:pt>
    <dgm:pt modelId="{C45D07EC-3266-4848-BFD5-372BC71E3AF0}" type="parTrans" cxnId="{BEEB9756-6DA3-42B9-A58D-8C727CC7B139}">
      <dgm:prSet/>
      <dgm:spPr/>
      <dgm:t>
        <a:bodyPr/>
        <a:lstStyle/>
        <a:p>
          <a:endParaRPr lang="en-IN"/>
        </a:p>
      </dgm:t>
    </dgm:pt>
    <dgm:pt modelId="{C884AE4B-A72B-4D26-8351-CEC75A3D5545}" type="sibTrans" cxnId="{BEEB9756-6DA3-42B9-A58D-8C727CC7B139}">
      <dgm:prSet/>
      <dgm:spPr/>
      <dgm:t>
        <a:bodyPr/>
        <a:lstStyle/>
        <a:p>
          <a:endParaRPr lang="en-IN"/>
        </a:p>
      </dgm:t>
    </dgm:pt>
    <dgm:pt modelId="{F70C12DA-C5D5-4AE0-891C-D58040360D12}">
      <dgm:prSet/>
      <dgm:spPr/>
      <dgm:t>
        <a:bodyPr anchor="ctr"/>
        <a:lstStyle/>
        <a:p>
          <a:r>
            <a:rPr lang="en-US" dirty="0"/>
            <a:t>The *CH3 radical couples with another methyl radical, ultimately forming ethane and higher hydrocarbons.</a:t>
          </a:r>
          <a:endParaRPr lang="en-IN" dirty="0"/>
        </a:p>
      </dgm:t>
    </dgm:pt>
    <dgm:pt modelId="{BF6B9761-E88B-4B42-B949-BD3106DAFA74}" type="parTrans" cxnId="{1EEFCC57-6853-486F-A66F-EC3175D9FACB}">
      <dgm:prSet/>
      <dgm:spPr/>
      <dgm:t>
        <a:bodyPr/>
        <a:lstStyle/>
        <a:p>
          <a:endParaRPr lang="en-IN"/>
        </a:p>
      </dgm:t>
    </dgm:pt>
    <dgm:pt modelId="{6FA4E3D0-52A2-4333-B517-F021A523279F}" type="sibTrans" cxnId="{1EEFCC57-6853-486F-A66F-EC3175D9FACB}">
      <dgm:prSet/>
      <dgm:spPr/>
      <dgm:t>
        <a:bodyPr/>
        <a:lstStyle/>
        <a:p>
          <a:endParaRPr lang="en-IN"/>
        </a:p>
      </dgm:t>
    </dgm:pt>
    <dgm:pt modelId="{2077F869-3BB1-4507-A4C5-38AE3D93E213}">
      <dgm:prSet/>
      <dgm:spPr/>
      <dgm:t>
        <a:bodyPr anchor="ctr"/>
        <a:lstStyle/>
        <a:p>
          <a:r>
            <a:rPr lang="en-US" dirty="0"/>
            <a:t>Another hydrogen atom is extracted from methane, by the OH group on the catalyst's surface, resulting in the desorption of water. </a:t>
          </a:r>
          <a:endParaRPr lang="en-IN" dirty="0"/>
        </a:p>
      </dgm:t>
    </dgm:pt>
    <dgm:pt modelId="{9F7B2B62-99BF-47DA-94EE-0C096E1E4B63}" type="parTrans" cxnId="{876B222C-EC43-4DD8-A6CA-1D24C111513A}">
      <dgm:prSet/>
      <dgm:spPr/>
      <dgm:t>
        <a:bodyPr/>
        <a:lstStyle/>
        <a:p>
          <a:endParaRPr lang="en-IN"/>
        </a:p>
      </dgm:t>
    </dgm:pt>
    <dgm:pt modelId="{A4F8DEE8-633A-4437-B208-48017B752D94}" type="sibTrans" cxnId="{876B222C-EC43-4DD8-A6CA-1D24C111513A}">
      <dgm:prSet/>
      <dgm:spPr/>
      <dgm:t>
        <a:bodyPr/>
        <a:lstStyle/>
        <a:p>
          <a:endParaRPr lang="en-IN"/>
        </a:p>
      </dgm:t>
    </dgm:pt>
    <dgm:pt modelId="{D6C51454-07A6-4EFC-8408-D26E8B126155}" type="pres">
      <dgm:prSet presAssocID="{A177C074-E608-41BB-940F-607388C248E9}" presName="linear" presStyleCnt="0">
        <dgm:presLayoutVars>
          <dgm:animLvl val="lvl"/>
          <dgm:resizeHandles val="exact"/>
        </dgm:presLayoutVars>
      </dgm:prSet>
      <dgm:spPr/>
    </dgm:pt>
    <dgm:pt modelId="{7ECAA16B-8EEA-4978-A97B-01074163FC3C}" type="pres">
      <dgm:prSet presAssocID="{8D38C74F-DAA7-47F4-BBE3-5328EE91CE0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4FA46B8-5950-456A-BDD3-D909A182DBC4}" type="pres">
      <dgm:prSet presAssocID="{8D38C74F-DAA7-47F4-BBE3-5328EE91CE0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D227806-1934-4778-82A6-3E269C0EF13F}" type="presOf" srcId="{A177C074-E608-41BB-940F-607388C248E9}" destId="{D6C51454-07A6-4EFC-8408-D26E8B126155}" srcOrd="0" destOrd="0" presId="urn:microsoft.com/office/officeart/2005/8/layout/vList2"/>
    <dgm:cxn modelId="{876B222C-EC43-4DD8-A6CA-1D24C111513A}" srcId="{8D38C74F-DAA7-47F4-BBE3-5328EE91CE01}" destId="{2077F869-3BB1-4507-A4C5-38AE3D93E213}" srcOrd="3" destOrd="0" parTransId="{9F7B2B62-99BF-47DA-94EE-0C096E1E4B63}" sibTransId="{A4F8DEE8-633A-4437-B208-48017B752D94}"/>
    <dgm:cxn modelId="{BEDA8731-9EF9-46CE-A029-C7A8F98FE6F7}" type="presOf" srcId="{5870A3C7-534B-46E0-AAF3-B6FDDF12F818}" destId="{14FA46B8-5950-456A-BDD3-D909A182DBC4}" srcOrd="0" destOrd="1" presId="urn:microsoft.com/office/officeart/2005/8/layout/vList2"/>
    <dgm:cxn modelId="{E9986F3A-08CE-4D0C-9124-990861EE8990}" type="presOf" srcId="{3D79AAF3-A8C8-4ADE-AC46-5150B4E03DA0}" destId="{14FA46B8-5950-456A-BDD3-D909A182DBC4}" srcOrd="0" destOrd="0" presId="urn:microsoft.com/office/officeart/2005/8/layout/vList2"/>
    <dgm:cxn modelId="{BEEB9756-6DA3-42B9-A58D-8C727CC7B139}" srcId="{8D38C74F-DAA7-47F4-BBE3-5328EE91CE01}" destId="{5870A3C7-534B-46E0-AAF3-B6FDDF12F818}" srcOrd="1" destOrd="0" parTransId="{C45D07EC-3266-4848-BFD5-372BC71E3AF0}" sibTransId="{C884AE4B-A72B-4D26-8351-CEC75A3D5545}"/>
    <dgm:cxn modelId="{A0345877-15A1-4C61-8566-D114488713EF}" type="presOf" srcId="{F70C12DA-C5D5-4AE0-891C-D58040360D12}" destId="{14FA46B8-5950-456A-BDD3-D909A182DBC4}" srcOrd="0" destOrd="2" presId="urn:microsoft.com/office/officeart/2005/8/layout/vList2"/>
    <dgm:cxn modelId="{1EEFCC57-6853-486F-A66F-EC3175D9FACB}" srcId="{8D38C74F-DAA7-47F4-BBE3-5328EE91CE01}" destId="{F70C12DA-C5D5-4AE0-891C-D58040360D12}" srcOrd="2" destOrd="0" parTransId="{BF6B9761-E88B-4B42-B949-BD3106DAFA74}" sibTransId="{6FA4E3D0-52A2-4333-B517-F021A523279F}"/>
    <dgm:cxn modelId="{CB44C57D-893C-47F1-A993-262C6C24F9D7}" type="presOf" srcId="{2077F869-3BB1-4507-A4C5-38AE3D93E213}" destId="{14FA46B8-5950-456A-BDD3-D909A182DBC4}" srcOrd="0" destOrd="3" presId="urn:microsoft.com/office/officeart/2005/8/layout/vList2"/>
    <dgm:cxn modelId="{EAA5C1A6-F0F7-46F5-81D3-39E41A9B29EE}" srcId="{8D38C74F-DAA7-47F4-BBE3-5328EE91CE01}" destId="{3D79AAF3-A8C8-4ADE-AC46-5150B4E03DA0}" srcOrd="0" destOrd="0" parTransId="{3E986BBA-AF33-4921-97E8-5921281DA1ED}" sibTransId="{67023FA8-B9A9-4FC7-B16B-0108A715BF9C}"/>
    <dgm:cxn modelId="{685216BE-77C2-40A7-8B36-4622D5B4FBEB}" type="presOf" srcId="{8D38C74F-DAA7-47F4-BBE3-5328EE91CE01}" destId="{7ECAA16B-8EEA-4978-A97B-01074163FC3C}" srcOrd="0" destOrd="0" presId="urn:microsoft.com/office/officeart/2005/8/layout/vList2"/>
    <dgm:cxn modelId="{E66FA1D7-7CCA-4F3B-8F88-D4546373B35B}" srcId="{A177C074-E608-41BB-940F-607388C248E9}" destId="{8D38C74F-DAA7-47F4-BBE3-5328EE91CE01}" srcOrd="0" destOrd="0" parTransId="{D71AA311-C835-47B6-BAD0-A020CC112106}" sibTransId="{40B7E603-AD16-4E5A-9CB8-9C5B07C80CD5}"/>
    <dgm:cxn modelId="{D8784748-FEB8-409E-B060-AF8664B6841F}" type="presParOf" srcId="{D6C51454-07A6-4EFC-8408-D26E8B126155}" destId="{7ECAA16B-8EEA-4978-A97B-01074163FC3C}" srcOrd="0" destOrd="0" presId="urn:microsoft.com/office/officeart/2005/8/layout/vList2"/>
    <dgm:cxn modelId="{1E2DA35F-9357-47E3-81E1-B4DB0295C192}" type="presParOf" srcId="{D6C51454-07A6-4EFC-8408-D26E8B126155}" destId="{14FA46B8-5950-456A-BDD3-D909A182DBC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3679BF-2251-4139-978C-6D106B2E27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A93AC7-B854-4FA2-98D7-D01A14117464}">
      <dgm:prSet/>
      <dgm:spPr/>
      <dgm:t>
        <a:bodyPr/>
        <a:lstStyle/>
        <a:p>
          <a:r>
            <a:rPr lang="en-US"/>
            <a:t>The majority of research efforts in OCM </a:t>
          </a:r>
          <a:endParaRPr lang="en-IN"/>
        </a:p>
      </dgm:t>
    </dgm:pt>
    <dgm:pt modelId="{612FFA9C-757F-4060-9B9F-FCC658E4BDC6}" type="parTrans" cxnId="{E358F3E0-AA13-499E-9DA1-21DCEA41E1A6}">
      <dgm:prSet/>
      <dgm:spPr/>
      <dgm:t>
        <a:bodyPr/>
        <a:lstStyle/>
        <a:p>
          <a:endParaRPr lang="en-IN"/>
        </a:p>
      </dgm:t>
    </dgm:pt>
    <dgm:pt modelId="{3412C45F-5B61-4476-A0AC-3DE6B61F5FEF}" type="sibTrans" cxnId="{E358F3E0-AA13-499E-9DA1-21DCEA41E1A6}">
      <dgm:prSet/>
      <dgm:spPr/>
      <dgm:t>
        <a:bodyPr/>
        <a:lstStyle/>
        <a:p>
          <a:endParaRPr lang="en-IN"/>
        </a:p>
      </dgm:t>
    </dgm:pt>
    <dgm:pt modelId="{C7C87D88-3072-4D97-8A2E-63250BBC4279}">
      <dgm:prSet/>
      <dgm:spPr/>
      <dgm:t>
        <a:bodyPr/>
        <a:lstStyle/>
        <a:p>
          <a:r>
            <a:rPr lang="en-US"/>
            <a:t>Catalysts to maximize the yield of desired C2 products. (ethane and ethylene ) </a:t>
          </a:r>
          <a:endParaRPr lang="en-IN"/>
        </a:p>
      </dgm:t>
    </dgm:pt>
    <dgm:pt modelId="{33FC3F9C-E369-412B-A5AC-58FA3EFCB70C}" type="parTrans" cxnId="{97176FFC-7AC4-4472-B9E5-6747B7461690}">
      <dgm:prSet/>
      <dgm:spPr/>
      <dgm:t>
        <a:bodyPr/>
        <a:lstStyle/>
        <a:p>
          <a:endParaRPr lang="en-IN"/>
        </a:p>
      </dgm:t>
    </dgm:pt>
    <dgm:pt modelId="{77EEED9F-F08E-4D5A-9080-27171EE6D717}" type="sibTrans" cxnId="{97176FFC-7AC4-4472-B9E5-6747B7461690}">
      <dgm:prSet/>
      <dgm:spPr/>
      <dgm:t>
        <a:bodyPr/>
        <a:lstStyle/>
        <a:p>
          <a:endParaRPr lang="en-IN"/>
        </a:p>
      </dgm:t>
    </dgm:pt>
    <dgm:pt modelId="{1019F8FC-85B1-44B3-8655-BD4521F5A260}">
      <dgm:prSet/>
      <dgm:spPr/>
      <dgm:t>
        <a:bodyPr/>
        <a:lstStyle/>
        <a:p>
          <a:r>
            <a:rPr lang="en-US"/>
            <a:t>Catalyst favorable for high-temperature.</a:t>
          </a:r>
          <a:endParaRPr lang="en-IN"/>
        </a:p>
      </dgm:t>
    </dgm:pt>
    <dgm:pt modelId="{2B5D0508-E16E-455F-B9B4-EB339F5F20A7}" type="parTrans" cxnId="{F6EE4B72-5E95-4290-9947-2BEE7786286A}">
      <dgm:prSet/>
      <dgm:spPr/>
      <dgm:t>
        <a:bodyPr/>
        <a:lstStyle/>
        <a:p>
          <a:endParaRPr lang="en-IN"/>
        </a:p>
      </dgm:t>
    </dgm:pt>
    <dgm:pt modelId="{AAE3E002-22AF-4E45-B5AB-9FAD41A73F6D}" type="sibTrans" cxnId="{F6EE4B72-5E95-4290-9947-2BEE7786286A}">
      <dgm:prSet/>
      <dgm:spPr/>
      <dgm:t>
        <a:bodyPr/>
        <a:lstStyle/>
        <a:p>
          <a:endParaRPr lang="en-IN"/>
        </a:p>
      </dgm:t>
    </dgm:pt>
    <dgm:pt modelId="{96E71896-A7F7-452F-83BD-A9E43BA37AB1}">
      <dgm:prSet/>
      <dgm:spPr/>
      <dgm:t>
        <a:bodyPr/>
        <a:lstStyle/>
        <a:p>
          <a:r>
            <a:rPr lang="en-US"/>
            <a:t>Challenges in achieving high C2 yields  </a:t>
          </a:r>
          <a:endParaRPr lang="en-IN"/>
        </a:p>
      </dgm:t>
    </dgm:pt>
    <dgm:pt modelId="{68874753-511F-4434-B605-8F3C09E13C54}" type="parTrans" cxnId="{D829EBA1-8AD5-4854-BBAE-6A897677F841}">
      <dgm:prSet/>
      <dgm:spPr/>
      <dgm:t>
        <a:bodyPr/>
        <a:lstStyle/>
        <a:p>
          <a:endParaRPr lang="en-IN"/>
        </a:p>
      </dgm:t>
    </dgm:pt>
    <dgm:pt modelId="{81C04346-FBB0-4F55-8FD0-71AB7349743E}" type="sibTrans" cxnId="{D829EBA1-8AD5-4854-BBAE-6A897677F841}">
      <dgm:prSet/>
      <dgm:spPr/>
      <dgm:t>
        <a:bodyPr/>
        <a:lstStyle/>
        <a:p>
          <a:endParaRPr lang="en-IN"/>
        </a:p>
      </dgm:t>
    </dgm:pt>
    <dgm:pt modelId="{1737BFA6-4718-4A24-B6D5-E3E18184A1AA}">
      <dgm:prSet/>
      <dgm:spPr/>
      <dgm:t>
        <a:bodyPr/>
        <a:lstStyle/>
        <a:p>
          <a:r>
            <a:rPr lang="en-US" dirty="0"/>
            <a:t>under high-temperature reaction conditions, the thermodynamically favorable formation of undesired products(CO, CO2, and solid graphitic carbon) hinders the process. </a:t>
          </a:r>
          <a:endParaRPr lang="en-IN" dirty="0"/>
        </a:p>
      </dgm:t>
    </dgm:pt>
    <dgm:pt modelId="{3D8E5C31-F596-4C8C-915A-B585AFACA83D}" type="parTrans" cxnId="{B642E814-2EF7-4E33-B2ED-93C7AA7121DA}">
      <dgm:prSet/>
      <dgm:spPr/>
      <dgm:t>
        <a:bodyPr/>
        <a:lstStyle/>
        <a:p>
          <a:endParaRPr lang="en-IN"/>
        </a:p>
      </dgm:t>
    </dgm:pt>
    <dgm:pt modelId="{BBF75605-B280-4A3B-B640-B9A0EB96B283}" type="sibTrans" cxnId="{B642E814-2EF7-4E33-B2ED-93C7AA7121DA}">
      <dgm:prSet/>
      <dgm:spPr/>
      <dgm:t>
        <a:bodyPr/>
        <a:lstStyle/>
        <a:p>
          <a:endParaRPr lang="en-IN"/>
        </a:p>
      </dgm:t>
    </dgm:pt>
    <dgm:pt modelId="{7F611F02-ED85-44B8-9F1B-F06B9D500726}" type="pres">
      <dgm:prSet presAssocID="{573679BF-2251-4139-978C-6D106B2E27B4}" presName="linear" presStyleCnt="0">
        <dgm:presLayoutVars>
          <dgm:animLvl val="lvl"/>
          <dgm:resizeHandles val="exact"/>
        </dgm:presLayoutVars>
      </dgm:prSet>
      <dgm:spPr/>
    </dgm:pt>
    <dgm:pt modelId="{73ACC358-22AF-4436-9C9D-F2051374FB93}" type="pres">
      <dgm:prSet presAssocID="{20A93AC7-B854-4FA2-98D7-D01A1411746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679E20-CFAA-41DE-B018-E3D21736B0E3}" type="pres">
      <dgm:prSet presAssocID="{20A93AC7-B854-4FA2-98D7-D01A14117464}" presName="childText" presStyleLbl="revTx" presStyleIdx="0" presStyleCnt="2">
        <dgm:presLayoutVars>
          <dgm:bulletEnabled val="1"/>
        </dgm:presLayoutVars>
      </dgm:prSet>
      <dgm:spPr/>
    </dgm:pt>
    <dgm:pt modelId="{2B67DFB0-7A93-4E7A-9F2F-FC33E2737DED}" type="pres">
      <dgm:prSet presAssocID="{96E71896-A7F7-452F-83BD-A9E43BA37AB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4CDB483-A43F-4CEB-BFAC-06F2B321715B}" type="pres">
      <dgm:prSet presAssocID="{96E71896-A7F7-452F-83BD-A9E43BA37AB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3D67A14-2F27-45D4-828D-2A63724A1AF4}" type="presOf" srcId="{96E71896-A7F7-452F-83BD-A9E43BA37AB1}" destId="{2B67DFB0-7A93-4E7A-9F2F-FC33E2737DED}" srcOrd="0" destOrd="0" presId="urn:microsoft.com/office/officeart/2005/8/layout/vList2"/>
    <dgm:cxn modelId="{B642E814-2EF7-4E33-B2ED-93C7AA7121DA}" srcId="{96E71896-A7F7-452F-83BD-A9E43BA37AB1}" destId="{1737BFA6-4718-4A24-B6D5-E3E18184A1AA}" srcOrd="0" destOrd="0" parTransId="{3D8E5C31-F596-4C8C-915A-B585AFACA83D}" sibTransId="{BBF75605-B280-4A3B-B640-B9A0EB96B283}"/>
    <dgm:cxn modelId="{8CB11548-A776-465B-A0D0-7095A570253D}" type="presOf" srcId="{20A93AC7-B854-4FA2-98D7-D01A14117464}" destId="{73ACC358-22AF-4436-9C9D-F2051374FB93}" srcOrd="0" destOrd="0" presId="urn:microsoft.com/office/officeart/2005/8/layout/vList2"/>
    <dgm:cxn modelId="{F6EE4B72-5E95-4290-9947-2BEE7786286A}" srcId="{20A93AC7-B854-4FA2-98D7-D01A14117464}" destId="{1019F8FC-85B1-44B3-8655-BD4521F5A260}" srcOrd="1" destOrd="0" parTransId="{2B5D0508-E16E-455F-B9B4-EB339F5F20A7}" sibTransId="{AAE3E002-22AF-4E45-B5AB-9FAD41A73F6D}"/>
    <dgm:cxn modelId="{8A50E29C-BD3E-406F-8926-6AF40A097BBD}" type="presOf" srcId="{C7C87D88-3072-4D97-8A2E-63250BBC4279}" destId="{19679E20-CFAA-41DE-B018-E3D21736B0E3}" srcOrd="0" destOrd="0" presId="urn:microsoft.com/office/officeart/2005/8/layout/vList2"/>
    <dgm:cxn modelId="{D829EBA1-8AD5-4854-BBAE-6A897677F841}" srcId="{573679BF-2251-4139-978C-6D106B2E27B4}" destId="{96E71896-A7F7-452F-83BD-A9E43BA37AB1}" srcOrd="1" destOrd="0" parTransId="{68874753-511F-4434-B605-8F3C09E13C54}" sibTransId="{81C04346-FBB0-4F55-8FD0-71AB7349743E}"/>
    <dgm:cxn modelId="{106FBDB5-9F5D-4935-B776-29FC01BE64DA}" type="presOf" srcId="{1737BFA6-4718-4A24-B6D5-E3E18184A1AA}" destId="{34CDB483-A43F-4CEB-BFAC-06F2B321715B}" srcOrd="0" destOrd="0" presId="urn:microsoft.com/office/officeart/2005/8/layout/vList2"/>
    <dgm:cxn modelId="{4672B5D3-96E9-47B3-ABAA-C84AF11B6AAC}" type="presOf" srcId="{1019F8FC-85B1-44B3-8655-BD4521F5A260}" destId="{19679E20-CFAA-41DE-B018-E3D21736B0E3}" srcOrd="0" destOrd="1" presId="urn:microsoft.com/office/officeart/2005/8/layout/vList2"/>
    <dgm:cxn modelId="{2387CCDA-640C-4D40-8123-9A456C61EE92}" type="presOf" srcId="{573679BF-2251-4139-978C-6D106B2E27B4}" destId="{7F611F02-ED85-44B8-9F1B-F06B9D500726}" srcOrd="0" destOrd="0" presId="urn:microsoft.com/office/officeart/2005/8/layout/vList2"/>
    <dgm:cxn modelId="{E358F3E0-AA13-499E-9DA1-21DCEA41E1A6}" srcId="{573679BF-2251-4139-978C-6D106B2E27B4}" destId="{20A93AC7-B854-4FA2-98D7-D01A14117464}" srcOrd="0" destOrd="0" parTransId="{612FFA9C-757F-4060-9B9F-FCC658E4BDC6}" sibTransId="{3412C45F-5B61-4476-A0AC-3DE6B61F5FEF}"/>
    <dgm:cxn modelId="{97176FFC-7AC4-4472-B9E5-6747B7461690}" srcId="{20A93AC7-B854-4FA2-98D7-D01A14117464}" destId="{C7C87D88-3072-4D97-8A2E-63250BBC4279}" srcOrd="0" destOrd="0" parTransId="{33FC3F9C-E369-412B-A5AC-58FA3EFCB70C}" sibTransId="{77EEED9F-F08E-4D5A-9080-27171EE6D717}"/>
    <dgm:cxn modelId="{4B1095CE-344E-48FF-A680-4F8782A096CD}" type="presParOf" srcId="{7F611F02-ED85-44B8-9F1B-F06B9D500726}" destId="{73ACC358-22AF-4436-9C9D-F2051374FB93}" srcOrd="0" destOrd="0" presId="urn:microsoft.com/office/officeart/2005/8/layout/vList2"/>
    <dgm:cxn modelId="{399D788D-D6DF-4F87-A4AF-90DD9C531E25}" type="presParOf" srcId="{7F611F02-ED85-44B8-9F1B-F06B9D500726}" destId="{19679E20-CFAA-41DE-B018-E3D21736B0E3}" srcOrd="1" destOrd="0" presId="urn:microsoft.com/office/officeart/2005/8/layout/vList2"/>
    <dgm:cxn modelId="{4686ECEF-FE6E-43C8-8728-F4D7D2F131EF}" type="presParOf" srcId="{7F611F02-ED85-44B8-9F1B-F06B9D500726}" destId="{2B67DFB0-7A93-4E7A-9F2F-FC33E2737DED}" srcOrd="2" destOrd="0" presId="urn:microsoft.com/office/officeart/2005/8/layout/vList2"/>
    <dgm:cxn modelId="{77978EAB-68CD-4995-BB67-1FB1EE5A2A03}" type="presParOf" srcId="{7F611F02-ED85-44B8-9F1B-F06B9D500726}" destId="{34CDB483-A43F-4CEB-BFAC-06F2B32171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04A937-A940-4DC3-B258-8931EC9F6B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0F7BC4-B260-4756-A573-661117C13863}">
      <dgm:prSet custT="1"/>
      <dgm:spPr/>
      <dgm:t>
        <a:bodyPr/>
        <a:lstStyle/>
        <a:p>
          <a:r>
            <a:rPr lang="en-IN" sz="2400" dirty="0"/>
            <a:t>Aim</a:t>
          </a:r>
        </a:p>
      </dgm:t>
    </dgm:pt>
    <dgm:pt modelId="{906ECBE8-28A3-4291-BAD3-1A45EBBCF965}" type="parTrans" cxnId="{56C9B776-C4A8-4CE9-9DBA-34BCC4859B42}">
      <dgm:prSet/>
      <dgm:spPr/>
      <dgm:t>
        <a:bodyPr/>
        <a:lstStyle/>
        <a:p>
          <a:endParaRPr lang="en-IN" sz="2000"/>
        </a:p>
      </dgm:t>
    </dgm:pt>
    <dgm:pt modelId="{0F2F01DF-595C-4EAD-AEE3-0E8F91037AD3}" type="sibTrans" cxnId="{56C9B776-C4A8-4CE9-9DBA-34BCC4859B42}">
      <dgm:prSet/>
      <dgm:spPr/>
      <dgm:t>
        <a:bodyPr/>
        <a:lstStyle/>
        <a:p>
          <a:endParaRPr lang="en-IN" sz="2000"/>
        </a:p>
      </dgm:t>
    </dgm:pt>
    <dgm:pt modelId="{E5494AA4-D855-44DA-9E72-EC07A06260FD}">
      <dgm:prSet custT="1"/>
      <dgm:spPr/>
      <dgm:t>
        <a:bodyPr/>
        <a:lstStyle/>
        <a:p>
          <a:r>
            <a:rPr lang="en-IN" sz="2400" dirty="0"/>
            <a:t>Inputs for models were:</a:t>
          </a:r>
        </a:p>
      </dgm:t>
    </dgm:pt>
    <dgm:pt modelId="{72A96931-3D30-4F56-AB94-9F5F549B989E}" type="parTrans" cxnId="{84BE7E3D-A6F4-4D08-BAB7-1A37631C1799}">
      <dgm:prSet/>
      <dgm:spPr/>
      <dgm:t>
        <a:bodyPr/>
        <a:lstStyle/>
        <a:p>
          <a:endParaRPr lang="en-IN" sz="2000"/>
        </a:p>
      </dgm:t>
    </dgm:pt>
    <dgm:pt modelId="{D21EAB9A-B643-406D-A4D3-885996DAAB2D}" type="sibTrans" cxnId="{84BE7E3D-A6F4-4D08-BAB7-1A37631C1799}">
      <dgm:prSet/>
      <dgm:spPr/>
      <dgm:t>
        <a:bodyPr/>
        <a:lstStyle/>
        <a:p>
          <a:endParaRPr lang="en-IN" sz="2000"/>
        </a:p>
      </dgm:t>
    </dgm:pt>
    <dgm:pt modelId="{B5CBAB5B-2A17-48F2-99C0-49DE5F31787C}">
      <dgm:prSet custT="1"/>
      <dgm:spPr/>
      <dgm:t>
        <a:bodyPr/>
        <a:lstStyle/>
        <a:p>
          <a:pPr>
            <a:buClrTx/>
            <a:buSzTx/>
            <a:buFont typeface="Arial" panose="020B0604020202020204" pitchFamily="34" charset="0"/>
            <a:buChar char="•"/>
          </a:pPr>
          <a:r>
            <a:rPr lang="en-IN" sz="2000" dirty="0"/>
            <a:t>Develop Machine Learning models for predicting conversion of methane into ethane (and propane).</a:t>
          </a:r>
        </a:p>
      </dgm:t>
    </dgm:pt>
    <dgm:pt modelId="{D8A8347A-F5EA-4D43-992A-BBD169369035}" type="parTrans" cxnId="{5E6D83E1-BFDE-4752-9ABC-D190A62FAA6F}">
      <dgm:prSet/>
      <dgm:spPr/>
      <dgm:t>
        <a:bodyPr/>
        <a:lstStyle/>
        <a:p>
          <a:endParaRPr lang="en-IN" sz="2000"/>
        </a:p>
      </dgm:t>
    </dgm:pt>
    <dgm:pt modelId="{B0CEE518-46DA-4B71-BC51-DF4ABB3C500E}" type="sibTrans" cxnId="{5E6D83E1-BFDE-4752-9ABC-D190A62FAA6F}">
      <dgm:prSet/>
      <dgm:spPr/>
      <dgm:t>
        <a:bodyPr/>
        <a:lstStyle/>
        <a:p>
          <a:endParaRPr lang="en-IN" sz="2000"/>
        </a:p>
      </dgm:t>
    </dgm:pt>
    <dgm:pt modelId="{D374A264-C00B-46F9-90EC-9AEF5F36CC23}">
      <dgm:prSet custT="1"/>
      <dgm:spPr/>
      <dgm:t>
        <a:bodyPr/>
        <a:lstStyle/>
        <a:p>
          <a:r>
            <a:rPr lang="en-IN" sz="2000" dirty="0"/>
            <a:t>Surface Area of Catalyst, GHSV, Flow rate, Catalyst used, CH4 conversion, Reactor used. </a:t>
          </a:r>
        </a:p>
      </dgm:t>
    </dgm:pt>
    <dgm:pt modelId="{98495FDB-F4F4-4811-B06D-93E2253CAE98}" type="parTrans" cxnId="{E3526D97-2110-49EC-9C93-8721ED3BDB74}">
      <dgm:prSet/>
      <dgm:spPr/>
      <dgm:t>
        <a:bodyPr/>
        <a:lstStyle/>
        <a:p>
          <a:endParaRPr lang="en-IN" sz="2000"/>
        </a:p>
      </dgm:t>
    </dgm:pt>
    <dgm:pt modelId="{B4376431-D0EA-4E0F-87A4-BC8FF2F9C86C}" type="sibTrans" cxnId="{E3526D97-2110-49EC-9C93-8721ED3BDB74}">
      <dgm:prSet/>
      <dgm:spPr/>
      <dgm:t>
        <a:bodyPr/>
        <a:lstStyle/>
        <a:p>
          <a:endParaRPr lang="en-IN" sz="2000"/>
        </a:p>
      </dgm:t>
    </dgm:pt>
    <dgm:pt modelId="{A1DB743F-6CE1-464F-912C-D539E028DE50}">
      <dgm:prSet custT="1"/>
      <dgm:spPr/>
      <dgm:t>
        <a:bodyPr/>
        <a:lstStyle/>
        <a:p>
          <a:r>
            <a:rPr lang="en-IN" sz="2400" dirty="0"/>
            <a:t>Output</a:t>
          </a:r>
          <a:r>
            <a:rPr lang="en-IN" sz="2000" dirty="0"/>
            <a:t>:</a:t>
          </a:r>
        </a:p>
      </dgm:t>
    </dgm:pt>
    <dgm:pt modelId="{F1B7CEDD-4025-4E42-BB30-1175A7E07AC6}" type="parTrans" cxnId="{437E3B47-317A-4C6F-8D34-0B65668B9568}">
      <dgm:prSet/>
      <dgm:spPr/>
      <dgm:t>
        <a:bodyPr/>
        <a:lstStyle/>
        <a:p>
          <a:endParaRPr lang="en-IN" sz="2000"/>
        </a:p>
      </dgm:t>
    </dgm:pt>
    <dgm:pt modelId="{527CF891-5454-415D-BDE1-5AC6DB33B0EA}" type="sibTrans" cxnId="{437E3B47-317A-4C6F-8D34-0B65668B9568}">
      <dgm:prSet/>
      <dgm:spPr/>
      <dgm:t>
        <a:bodyPr/>
        <a:lstStyle/>
        <a:p>
          <a:endParaRPr lang="en-IN" sz="2000"/>
        </a:p>
      </dgm:t>
    </dgm:pt>
    <dgm:pt modelId="{143BB532-5F01-44B5-9DC5-85FD19672DAB}">
      <dgm:prSet custT="1"/>
      <dgm:spPr/>
      <dgm:t>
        <a:bodyPr/>
        <a:lstStyle/>
        <a:p>
          <a:r>
            <a:rPr lang="en-IN" sz="2000" dirty="0"/>
            <a:t>C2 selectivity.</a:t>
          </a:r>
        </a:p>
      </dgm:t>
    </dgm:pt>
    <dgm:pt modelId="{A0155E65-C87C-4394-A7D4-906057E32213}" type="parTrans" cxnId="{7D11120E-22BD-417C-892E-9E75FFEDE22F}">
      <dgm:prSet/>
      <dgm:spPr/>
      <dgm:t>
        <a:bodyPr/>
        <a:lstStyle/>
        <a:p>
          <a:endParaRPr lang="en-IN" sz="2000"/>
        </a:p>
      </dgm:t>
    </dgm:pt>
    <dgm:pt modelId="{AB0214EE-279C-4514-99F1-63F8F8C5E862}" type="sibTrans" cxnId="{7D11120E-22BD-417C-892E-9E75FFEDE22F}">
      <dgm:prSet/>
      <dgm:spPr/>
      <dgm:t>
        <a:bodyPr/>
        <a:lstStyle/>
        <a:p>
          <a:endParaRPr lang="en-IN" sz="2000"/>
        </a:p>
      </dgm:t>
    </dgm:pt>
    <dgm:pt modelId="{422B6C09-59A4-46A7-89D3-433E72D90131}" type="pres">
      <dgm:prSet presAssocID="{1F04A937-A940-4DC3-B258-8931EC9F6B4F}" presName="linear" presStyleCnt="0">
        <dgm:presLayoutVars>
          <dgm:animLvl val="lvl"/>
          <dgm:resizeHandles val="exact"/>
        </dgm:presLayoutVars>
      </dgm:prSet>
      <dgm:spPr/>
    </dgm:pt>
    <dgm:pt modelId="{734FC09C-BD29-4D41-A1C0-BC2DA0C5C454}" type="pres">
      <dgm:prSet presAssocID="{7B0F7BC4-B260-4756-A573-661117C138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5C5723F-8FBF-401D-82B1-C6C7F82443AA}" type="pres">
      <dgm:prSet presAssocID="{7B0F7BC4-B260-4756-A573-661117C13863}" presName="childText" presStyleLbl="revTx" presStyleIdx="0" presStyleCnt="3">
        <dgm:presLayoutVars>
          <dgm:bulletEnabled val="1"/>
        </dgm:presLayoutVars>
      </dgm:prSet>
      <dgm:spPr/>
    </dgm:pt>
    <dgm:pt modelId="{D14B7925-0AC1-490E-B681-B8CE9C832A0C}" type="pres">
      <dgm:prSet presAssocID="{E5494AA4-D855-44DA-9E72-EC07A06260FD}" presName="parentText" presStyleLbl="node1" presStyleIdx="1" presStyleCnt="3" custLinFactNeighborY="3098">
        <dgm:presLayoutVars>
          <dgm:chMax val="0"/>
          <dgm:bulletEnabled val="1"/>
        </dgm:presLayoutVars>
      </dgm:prSet>
      <dgm:spPr/>
    </dgm:pt>
    <dgm:pt modelId="{14B26C1C-5887-4D12-9021-88D8780D870F}" type="pres">
      <dgm:prSet presAssocID="{E5494AA4-D855-44DA-9E72-EC07A06260FD}" presName="childText" presStyleLbl="revTx" presStyleIdx="1" presStyleCnt="3">
        <dgm:presLayoutVars>
          <dgm:bulletEnabled val="1"/>
        </dgm:presLayoutVars>
      </dgm:prSet>
      <dgm:spPr/>
    </dgm:pt>
    <dgm:pt modelId="{8CF6D5F0-E076-4F79-AE63-78E94974DA10}" type="pres">
      <dgm:prSet presAssocID="{A1DB743F-6CE1-464F-912C-D539E028DE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321EAA1-53C6-4A7D-8481-5DBF5DBBDA95}" type="pres">
      <dgm:prSet presAssocID="{A1DB743F-6CE1-464F-912C-D539E028DE5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D11120E-22BD-417C-892E-9E75FFEDE22F}" srcId="{A1DB743F-6CE1-464F-912C-D539E028DE50}" destId="{143BB532-5F01-44B5-9DC5-85FD19672DAB}" srcOrd="0" destOrd="0" parTransId="{A0155E65-C87C-4394-A7D4-906057E32213}" sibTransId="{AB0214EE-279C-4514-99F1-63F8F8C5E862}"/>
    <dgm:cxn modelId="{6E08AD11-F5CB-49AE-B20E-2B904CCFB932}" type="presOf" srcId="{1F04A937-A940-4DC3-B258-8931EC9F6B4F}" destId="{422B6C09-59A4-46A7-89D3-433E72D90131}" srcOrd="0" destOrd="0" presId="urn:microsoft.com/office/officeart/2005/8/layout/vList2"/>
    <dgm:cxn modelId="{383AE315-CF43-4A21-A63C-E1C803E1717A}" type="presOf" srcId="{7B0F7BC4-B260-4756-A573-661117C13863}" destId="{734FC09C-BD29-4D41-A1C0-BC2DA0C5C454}" srcOrd="0" destOrd="0" presId="urn:microsoft.com/office/officeart/2005/8/layout/vList2"/>
    <dgm:cxn modelId="{883A4827-AD85-4646-9B56-732D6E0DDD2E}" type="presOf" srcId="{E5494AA4-D855-44DA-9E72-EC07A06260FD}" destId="{D14B7925-0AC1-490E-B681-B8CE9C832A0C}" srcOrd="0" destOrd="0" presId="urn:microsoft.com/office/officeart/2005/8/layout/vList2"/>
    <dgm:cxn modelId="{84BE7E3D-A6F4-4D08-BAB7-1A37631C1799}" srcId="{1F04A937-A940-4DC3-B258-8931EC9F6B4F}" destId="{E5494AA4-D855-44DA-9E72-EC07A06260FD}" srcOrd="1" destOrd="0" parTransId="{72A96931-3D30-4F56-AB94-9F5F549B989E}" sibTransId="{D21EAB9A-B643-406D-A4D3-885996DAAB2D}"/>
    <dgm:cxn modelId="{437E3B47-317A-4C6F-8D34-0B65668B9568}" srcId="{1F04A937-A940-4DC3-B258-8931EC9F6B4F}" destId="{A1DB743F-6CE1-464F-912C-D539E028DE50}" srcOrd="2" destOrd="0" parTransId="{F1B7CEDD-4025-4E42-BB30-1175A7E07AC6}" sibTransId="{527CF891-5454-415D-BDE1-5AC6DB33B0EA}"/>
    <dgm:cxn modelId="{56C9B776-C4A8-4CE9-9DBA-34BCC4859B42}" srcId="{1F04A937-A940-4DC3-B258-8931EC9F6B4F}" destId="{7B0F7BC4-B260-4756-A573-661117C13863}" srcOrd="0" destOrd="0" parTransId="{906ECBE8-28A3-4291-BAD3-1A45EBBCF965}" sibTransId="{0F2F01DF-595C-4EAD-AEE3-0E8F91037AD3}"/>
    <dgm:cxn modelId="{E3526D97-2110-49EC-9C93-8721ED3BDB74}" srcId="{E5494AA4-D855-44DA-9E72-EC07A06260FD}" destId="{D374A264-C00B-46F9-90EC-9AEF5F36CC23}" srcOrd="0" destOrd="0" parTransId="{98495FDB-F4F4-4811-B06D-93E2253CAE98}" sibTransId="{B4376431-D0EA-4E0F-87A4-BC8FF2F9C86C}"/>
    <dgm:cxn modelId="{772D39A8-2C2F-4EC9-A09B-4C26E5672226}" type="presOf" srcId="{A1DB743F-6CE1-464F-912C-D539E028DE50}" destId="{8CF6D5F0-E076-4F79-AE63-78E94974DA10}" srcOrd="0" destOrd="0" presId="urn:microsoft.com/office/officeart/2005/8/layout/vList2"/>
    <dgm:cxn modelId="{DB55E8AF-60D9-4437-A856-F21DD4AADE18}" type="presOf" srcId="{D374A264-C00B-46F9-90EC-9AEF5F36CC23}" destId="{14B26C1C-5887-4D12-9021-88D8780D870F}" srcOrd="0" destOrd="0" presId="urn:microsoft.com/office/officeart/2005/8/layout/vList2"/>
    <dgm:cxn modelId="{EA46CEC6-8E04-434E-85CD-AD2D968032BB}" type="presOf" srcId="{B5CBAB5B-2A17-48F2-99C0-49DE5F31787C}" destId="{15C5723F-8FBF-401D-82B1-C6C7F82443AA}" srcOrd="0" destOrd="0" presId="urn:microsoft.com/office/officeart/2005/8/layout/vList2"/>
    <dgm:cxn modelId="{9001D7DA-7416-4A55-BEB6-C2EE8337CE11}" type="presOf" srcId="{143BB532-5F01-44B5-9DC5-85FD19672DAB}" destId="{C321EAA1-53C6-4A7D-8481-5DBF5DBBDA95}" srcOrd="0" destOrd="0" presId="urn:microsoft.com/office/officeart/2005/8/layout/vList2"/>
    <dgm:cxn modelId="{5E6D83E1-BFDE-4752-9ABC-D190A62FAA6F}" srcId="{7B0F7BC4-B260-4756-A573-661117C13863}" destId="{B5CBAB5B-2A17-48F2-99C0-49DE5F31787C}" srcOrd="0" destOrd="0" parTransId="{D8A8347A-F5EA-4D43-992A-BBD169369035}" sibTransId="{B0CEE518-46DA-4B71-BC51-DF4ABB3C500E}"/>
    <dgm:cxn modelId="{BF23BB19-D2C9-4C36-A04C-49F9C22DB014}" type="presParOf" srcId="{422B6C09-59A4-46A7-89D3-433E72D90131}" destId="{734FC09C-BD29-4D41-A1C0-BC2DA0C5C454}" srcOrd="0" destOrd="0" presId="urn:microsoft.com/office/officeart/2005/8/layout/vList2"/>
    <dgm:cxn modelId="{338BA5F8-3E5F-4FD5-A6E4-3D01E1C8C13B}" type="presParOf" srcId="{422B6C09-59A4-46A7-89D3-433E72D90131}" destId="{15C5723F-8FBF-401D-82B1-C6C7F82443AA}" srcOrd="1" destOrd="0" presId="urn:microsoft.com/office/officeart/2005/8/layout/vList2"/>
    <dgm:cxn modelId="{D90D488D-CA37-4AD9-9939-42B14C8E640C}" type="presParOf" srcId="{422B6C09-59A4-46A7-89D3-433E72D90131}" destId="{D14B7925-0AC1-490E-B681-B8CE9C832A0C}" srcOrd="2" destOrd="0" presId="urn:microsoft.com/office/officeart/2005/8/layout/vList2"/>
    <dgm:cxn modelId="{AEDA000F-B155-4617-B0F4-0912DDD83A28}" type="presParOf" srcId="{422B6C09-59A4-46A7-89D3-433E72D90131}" destId="{14B26C1C-5887-4D12-9021-88D8780D870F}" srcOrd="3" destOrd="0" presId="urn:microsoft.com/office/officeart/2005/8/layout/vList2"/>
    <dgm:cxn modelId="{148294EC-F2BE-471D-9374-628099730FF6}" type="presParOf" srcId="{422B6C09-59A4-46A7-89D3-433E72D90131}" destId="{8CF6D5F0-E076-4F79-AE63-78E94974DA10}" srcOrd="4" destOrd="0" presId="urn:microsoft.com/office/officeart/2005/8/layout/vList2"/>
    <dgm:cxn modelId="{D0FF0DCE-2F7E-4C6C-A96A-E7767902E810}" type="presParOf" srcId="{422B6C09-59A4-46A7-89D3-433E72D90131}" destId="{C321EAA1-53C6-4A7D-8481-5DBF5DBBDA9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F1E204-0913-4D7A-ACEE-D00A21DBEC0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744D38-77BE-4E0B-B1FC-4CE9010597EC}">
      <dgm:prSet/>
      <dgm:spPr/>
      <dgm:t>
        <a:bodyPr/>
        <a:lstStyle/>
        <a:p>
          <a:r>
            <a:rPr lang="en-IN"/>
            <a:t>Data was collected from research papers which were then preprocessed.</a:t>
          </a:r>
          <a:endParaRPr lang="en-IN" dirty="0"/>
        </a:p>
      </dgm:t>
    </dgm:pt>
    <dgm:pt modelId="{D24ED76D-9D12-439F-8DE2-300E2C640A1E}" type="parTrans" cxnId="{05610DD5-9719-48D2-BFD3-416AB64EA14A}">
      <dgm:prSet/>
      <dgm:spPr/>
      <dgm:t>
        <a:bodyPr/>
        <a:lstStyle/>
        <a:p>
          <a:endParaRPr lang="en-IN"/>
        </a:p>
      </dgm:t>
    </dgm:pt>
    <dgm:pt modelId="{06B0AB12-6E7D-4912-87E5-625FC013D780}" type="sibTrans" cxnId="{05610DD5-9719-48D2-BFD3-416AB64EA14A}">
      <dgm:prSet/>
      <dgm:spPr/>
      <dgm:t>
        <a:bodyPr/>
        <a:lstStyle/>
        <a:p>
          <a:endParaRPr lang="en-IN"/>
        </a:p>
      </dgm:t>
    </dgm:pt>
    <dgm:pt modelId="{3621C923-8107-418E-A8A3-EFE3E4578238}">
      <dgm:prSet/>
      <dgm:spPr/>
      <dgm:t>
        <a:bodyPr/>
        <a:lstStyle/>
        <a:p>
          <a:r>
            <a:rPr lang="en-IN" dirty="0"/>
            <a:t>Data Cleaning was done. MICE was used for data imputation.</a:t>
          </a:r>
        </a:p>
      </dgm:t>
    </dgm:pt>
    <dgm:pt modelId="{A06801A6-F795-4BDE-8745-94E4A409A601}" type="parTrans" cxnId="{2D5B4C63-9381-43F7-8D5B-341FECEE7B45}">
      <dgm:prSet/>
      <dgm:spPr/>
      <dgm:t>
        <a:bodyPr/>
        <a:lstStyle/>
        <a:p>
          <a:endParaRPr lang="en-IN"/>
        </a:p>
      </dgm:t>
    </dgm:pt>
    <dgm:pt modelId="{2718AC28-C783-4C38-9ACB-A020EC38FF51}" type="sibTrans" cxnId="{2D5B4C63-9381-43F7-8D5B-341FECEE7B45}">
      <dgm:prSet/>
      <dgm:spPr/>
      <dgm:t>
        <a:bodyPr/>
        <a:lstStyle/>
        <a:p>
          <a:endParaRPr lang="en-IN"/>
        </a:p>
      </dgm:t>
    </dgm:pt>
    <dgm:pt modelId="{8FF74A89-3430-4930-84C8-0B629CF4FA84}">
      <dgm:prSet/>
      <dgm:spPr/>
      <dgm:t>
        <a:bodyPr/>
        <a:lstStyle/>
        <a:p>
          <a:r>
            <a:rPr lang="en-IN" dirty="0"/>
            <a:t>Basic data analysis was done using Pair-plot and PCC heatmap which gave us a idea about relationship between inputs.</a:t>
          </a:r>
        </a:p>
      </dgm:t>
    </dgm:pt>
    <dgm:pt modelId="{18D12864-56CA-4A4F-A69E-C61FD4884771}" type="parTrans" cxnId="{F41D9AE7-D879-4906-A26D-1CB5C39DAEEE}">
      <dgm:prSet/>
      <dgm:spPr/>
      <dgm:t>
        <a:bodyPr/>
        <a:lstStyle/>
        <a:p>
          <a:endParaRPr lang="en-IN"/>
        </a:p>
      </dgm:t>
    </dgm:pt>
    <dgm:pt modelId="{5A38703E-3E58-436F-A914-DA3D9690095F}" type="sibTrans" cxnId="{F41D9AE7-D879-4906-A26D-1CB5C39DAEEE}">
      <dgm:prSet/>
      <dgm:spPr/>
      <dgm:t>
        <a:bodyPr/>
        <a:lstStyle/>
        <a:p>
          <a:endParaRPr lang="en-IN"/>
        </a:p>
      </dgm:t>
    </dgm:pt>
    <dgm:pt modelId="{C34C28C9-B9D3-487A-8D71-497738291C3C}">
      <dgm:prSet/>
      <dgm:spPr/>
      <dgm:t>
        <a:bodyPr/>
        <a:lstStyle/>
        <a:p>
          <a:r>
            <a:rPr lang="en-IN" dirty="0"/>
            <a:t>Models</a:t>
          </a:r>
          <a:r>
            <a:rPr lang="en-IN" baseline="0" dirty="0"/>
            <a:t> were built on top this dataset.</a:t>
          </a:r>
          <a:endParaRPr lang="en-IN" dirty="0"/>
        </a:p>
      </dgm:t>
    </dgm:pt>
    <dgm:pt modelId="{4C8C927F-5C26-42DE-99AD-7205FCCA1114}" type="parTrans" cxnId="{3FCA010A-60EA-4763-95B0-866A893FAE08}">
      <dgm:prSet/>
      <dgm:spPr/>
      <dgm:t>
        <a:bodyPr/>
        <a:lstStyle/>
        <a:p>
          <a:endParaRPr lang="en-IN"/>
        </a:p>
      </dgm:t>
    </dgm:pt>
    <dgm:pt modelId="{2C69BD32-81E8-46E0-AF21-952DB0586F84}" type="sibTrans" cxnId="{3FCA010A-60EA-4763-95B0-866A893FAE08}">
      <dgm:prSet/>
      <dgm:spPr/>
      <dgm:t>
        <a:bodyPr/>
        <a:lstStyle/>
        <a:p>
          <a:endParaRPr lang="en-IN"/>
        </a:p>
      </dgm:t>
    </dgm:pt>
    <dgm:pt modelId="{2E5783A6-7BEE-4CF0-992A-A9E7D4B5DB18}" type="pres">
      <dgm:prSet presAssocID="{A7F1E204-0913-4D7A-ACEE-D00A21DBEC01}" presName="outerComposite" presStyleCnt="0">
        <dgm:presLayoutVars>
          <dgm:chMax val="5"/>
          <dgm:dir/>
          <dgm:resizeHandles val="exact"/>
        </dgm:presLayoutVars>
      </dgm:prSet>
      <dgm:spPr/>
    </dgm:pt>
    <dgm:pt modelId="{002399E5-AAA8-47E1-A875-0B5DF30CA3FB}" type="pres">
      <dgm:prSet presAssocID="{A7F1E204-0913-4D7A-ACEE-D00A21DBEC01}" presName="dummyMaxCanvas" presStyleCnt="0">
        <dgm:presLayoutVars/>
      </dgm:prSet>
      <dgm:spPr/>
    </dgm:pt>
    <dgm:pt modelId="{BC7C71C9-2537-45DE-BA3C-27A93D9E3695}" type="pres">
      <dgm:prSet presAssocID="{A7F1E204-0913-4D7A-ACEE-D00A21DBEC01}" presName="FourNodes_1" presStyleLbl="node1" presStyleIdx="0" presStyleCnt="4" custLinFactNeighborX="938" custLinFactNeighborY="-3240">
        <dgm:presLayoutVars>
          <dgm:bulletEnabled val="1"/>
        </dgm:presLayoutVars>
      </dgm:prSet>
      <dgm:spPr/>
    </dgm:pt>
    <dgm:pt modelId="{7625461A-9310-4AC4-AC05-5B95857A7DB3}" type="pres">
      <dgm:prSet presAssocID="{A7F1E204-0913-4D7A-ACEE-D00A21DBEC01}" presName="FourNodes_2" presStyleLbl="node1" presStyleIdx="1" presStyleCnt="4">
        <dgm:presLayoutVars>
          <dgm:bulletEnabled val="1"/>
        </dgm:presLayoutVars>
      </dgm:prSet>
      <dgm:spPr/>
    </dgm:pt>
    <dgm:pt modelId="{C339F57D-F5EC-4DC0-8BED-EB412C7F8D80}" type="pres">
      <dgm:prSet presAssocID="{A7F1E204-0913-4D7A-ACEE-D00A21DBEC01}" presName="FourNodes_3" presStyleLbl="node1" presStyleIdx="2" presStyleCnt="4">
        <dgm:presLayoutVars>
          <dgm:bulletEnabled val="1"/>
        </dgm:presLayoutVars>
      </dgm:prSet>
      <dgm:spPr/>
    </dgm:pt>
    <dgm:pt modelId="{ABE8A666-5D87-4420-946A-76FCAE98F402}" type="pres">
      <dgm:prSet presAssocID="{A7F1E204-0913-4D7A-ACEE-D00A21DBEC01}" presName="FourNodes_4" presStyleLbl="node1" presStyleIdx="3" presStyleCnt="4">
        <dgm:presLayoutVars>
          <dgm:bulletEnabled val="1"/>
        </dgm:presLayoutVars>
      </dgm:prSet>
      <dgm:spPr/>
    </dgm:pt>
    <dgm:pt modelId="{7B608BC8-971C-4D31-89A2-B97478E4E4AC}" type="pres">
      <dgm:prSet presAssocID="{A7F1E204-0913-4D7A-ACEE-D00A21DBEC01}" presName="FourConn_1-2" presStyleLbl="fgAccFollowNode1" presStyleIdx="0" presStyleCnt="3">
        <dgm:presLayoutVars>
          <dgm:bulletEnabled val="1"/>
        </dgm:presLayoutVars>
      </dgm:prSet>
      <dgm:spPr/>
    </dgm:pt>
    <dgm:pt modelId="{2BD77D70-695B-47F0-B6C1-2033CB6826BC}" type="pres">
      <dgm:prSet presAssocID="{A7F1E204-0913-4D7A-ACEE-D00A21DBEC01}" presName="FourConn_2-3" presStyleLbl="fgAccFollowNode1" presStyleIdx="1" presStyleCnt="3">
        <dgm:presLayoutVars>
          <dgm:bulletEnabled val="1"/>
        </dgm:presLayoutVars>
      </dgm:prSet>
      <dgm:spPr/>
    </dgm:pt>
    <dgm:pt modelId="{0B0BECE0-54D6-4F2D-931F-2B7D45724968}" type="pres">
      <dgm:prSet presAssocID="{A7F1E204-0913-4D7A-ACEE-D00A21DBEC01}" presName="FourConn_3-4" presStyleLbl="fgAccFollowNode1" presStyleIdx="2" presStyleCnt="3">
        <dgm:presLayoutVars>
          <dgm:bulletEnabled val="1"/>
        </dgm:presLayoutVars>
      </dgm:prSet>
      <dgm:spPr/>
    </dgm:pt>
    <dgm:pt modelId="{6E24B357-044E-4487-9028-5EA030FCAEA5}" type="pres">
      <dgm:prSet presAssocID="{A7F1E204-0913-4D7A-ACEE-D00A21DBEC01}" presName="FourNodes_1_text" presStyleLbl="node1" presStyleIdx="3" presStyleCnt="4">
        <dgm:presLayoutVars>
          <dgm:bulletEnabled val="1"/>
        </dgm:presLayoutVars>
      </dgm:prSet>
      <dgm:spPr/>
    </dgm:pt>
    <dgm:pt modelId="{83D6B815-BB74-4C10-8775-EA014984C377}" type="pres">
      <dgm:prSet presAssocID="{A7F1E204-0913-4D7A-ACEE-D00A21DBEC01}" presName="FourNodes_2_text" presStyleLbl="node1" presStyleIdx="3" presStyleCnt="4">
        <dgm:presLayoutVars>
          <dgm:bulletEnabled val="1"/>
        </dgm:presLayoutVars>
      </dgm:prSet>
      <dgm:spPr/>
    </dgm:pt>
    <dgm:pt modelId="{A6BD4373-4A17-4529-804B-44B1ECDA090D}" type="pres">
      <dgm:prSet presAssocID="{A7F1E204-0913-4D7A-ACEE-D00A21DBEC01}" presName="FourNodes_3_text" presStyleLbl="node1" presStyleIdx="3" presStyleCnt="4">
        <dgm:presLayoutVars>
          <dgm:bulletEnabled val="1"/>
        </dgm:presLayoutVars>
      </dgm:prSet>
      <dgm:spPr/>
    </dgm:pt>
    <dgm:pt modelId="{CA38E373-E17E-47B3-A3AA-9A542C3DAF17}" type="pres">
      <dgm:prSet presAssocID="{A7F1E204-0913-4D7A-ACEE-D00A21DBEC0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CA010A-60EA-4763-95B0-866A893FAE08}" srcId="{A7F1E204-0913-4D7A-ACEE-D00A21DBEC01}" destId="{C34C28C9-B9D3-487A-8D71-497738291C3C}" srcOrd="3" destOrd="0" parTransId="{4C8C927F-5C26-42DE-99AD-7205FCCA1114}" sibTransId="{2C69BD32-81E8-46E0-AF21-952DB0586F84}"/>
    <dgm:cxn modelId="{4160335F-8B90-4E74-80E2-86CB8B1E454A}" type="presOf" srcId="{C34C28C9-B9D3-487A-8D71-497738291C3C}" destId="{ABE8A666-5D87-4420-946A-76FCAE98F402}" srcOrd="0" destOrd="0" presId="urn:microsoft.com/office/officeart/2005/8/layout/vProcess5"/>
    <dgm:cxn modelId="{2D5B4C63-9381-43F7-8D5B-341FECEE7B45}" srcId="{A7F1E204-0913-4D7A-ACEE-D00A21DBEC01}" destId="{3621C923-8107-418E-A8A3-EFE3E4578238}" srcOrd="1" destOrd="0" parTransId="{A06801A6-F795-4BDE-8745-94E4A409A601}" sibTransId="{2718AC28-C783-4C38-9ACB-A020EC38FF51}"/>
    <dgm:cxn modelId="{76FC8D54-890B-44A9-85CA-DEB16B2A4B6E}" type="presOf" srcId="{3621C923-8107-418E-A8A3-EFE3E4578238}" destId="{83D6B815-BB74-4C10-8775-EA014984C377}" srcOrd="1" destOrd="0" presId="urn:microsoft.com/office/officeart/2005/8/layout/vProcess5"/>
    <dgm:cxn modelId="{7E32F77F-AEA2-4658-A8DF-0472D8710FF7}" type="presOf" srcId="{3621C923-8107-418E-A8A3-EFE3E4578238}" destId="{7625461A-9310-4AC4-AC05-5B95857A7DB3}" srcOrd="0" destOrd="0" presId="urn:microsoft.com/office/officeart/2005/8/layout/vProcess5"/>
    <dgm:cxn modelId="{C717B2AD-80E3-47E8-AA01-DE51DCC5A13A}" type="presOf" srcId="{06B0AB12-6E7D-4912-87E5-625FC013D780}" destId="{7B608BC8-971C-4D31-89A2-B97478E4E4AC}" srcOrd="0" destOrd="0" presId="urn:microsoft.com/office/officeart/2005/8/layout/vProcess5"/>
    <dgm:cxn modelId="{015332B2-4BE6-41CA-B7CE-BD6224A2DC07}" type="presOf" srcId="{5A38703E-3E58-436F-A914-DA3D9690095F}" destId="{0B0BECE0-54D6-4F2D-931F-2B7D45724968}" srcOrd="0" destOrd="0" presId="urn:microsoft.com/office/officeart/2005/8/layout/vProcess5"/>
    <dgm:cxn modelId="{6ADEBABC-D3AE-49FE-A117-B0AEDA1658DE}" type="presOf" srcId="{8FF74A89-3430-4930-84C8-0B629CF4FA84}" destId="{C339F57D-F5EC-4DC0-8BED-EB412C7F8D80}" srcOrd="0" destOrd="0" presId="urn:microsoft.com/office/officeart/2005/8/layout/vProcess5"/>
    <dgm:cxn modelId="{82B1A1BE-3E72-49DA-BF40-E1D912095274}" type="presOf" srcId="{7D744D38-77BE-4E0B-B1FC-4CE9010597EC}" destId="{6E24B357-044E-4487-9028-5EA030FCAEA5}" srcOrd="1" destOrd="0" presId="urn:microsoft.com/office/officeart/2005/8/layout/vProcess5"/>
    <dgm:cxn modelId="{3296F1CF-65EA-4DC7-8346-0120C80BDBC9}" type="presOf" srcId="{2718AC28-C783-4C38-9ACB-A020EC38FF51}" destId="{2BD77D70-695B-47F0-B6C1-2033CB6826BC}" srcOrd="0" destOrd="0" presId="urn:microsoft.com/office/officeart/2005/8/layout/vProcess5"/>
    <dgm:cxn modelId="{A84CDCD0-90AE-45D5-B530-193C547F3CB5}" type="presOf" srcId="{A7F1E204-0913-4D7A-ACEE-D00A21DBEC01}" destId="{2E5783A6-7BEE-4CF0-992A-A9E7D4B5DB18}" srcOrd="0" destOrd="0" presId="urn:microsoft.com/office/officeart/2005/8/layout/vProcess5"/>
    <dgm:cxn modelId="{05610DD5-9719-48D2-BFD3-416AB64EA14A}" srcId="{A7F1E204-0913-4D7A-ACEE-D00A21DBEC01}" destId="{7D744D38-77BE-4E0B-B1FC-4CE9010597EC}" srcOrd="0" destOrd="0" parTransId="{D24ED76D-9D12-439F-8DE2-300E2C640A1E}" sibTransId="{06B0AB12-6E7D-4912-87E5-625FC013D780}"/>
    <dgm:cxn modelId="{8E6BF8D5-B0EB-452B-8301-4B6651DFF9FE}" type="presOf" srcId="{C34C28C9-B9D3-487A-8D71-497738291C3C}" destId="{CA38E373-E17E-47B3-A3AA-9A542C3DAF17}" srcOrd="1" destOrd="0" presId="urn:microsoft.com/office/officeart/2005/8/layout/vProcess5"/>
    <dgm:cxn modelId="{F41D9AE7-D879-4906-A26D-1CB5C39DAEEE}" srcId="{A7F1E204-0913-4D7A-ACEE-D00A21DBEC01}" destId="{8FF74A89-3430-4930-84C8-0B629CF4FA84}" srcOrd="2" destOrd="0" parTransId="{18D12864-56CA-4A4F-A69E-C61FD4884771}" sibTransId="{5A38703E-3E58-436F-A914-DA3D9690095F}"/>
    <dgm:cxn modelId="{C77773EF-37B4-448C-BDEE-8E7C458D750B}" type="presOf" srcId="{8FF74A89-3430-4930-84C8-0B629CF4FA84}" destId="{A6BD4373-4A17-4529-804B-44B1ECDA090D}" srcOrd="1" destOrd="0" presId="urn:microsoft.com/office/officeart/2005/8/layout/vProcess5"/>
    <dgm:cxn modelId="{DD9213F2-BD38-4B02-9174-C783A6327D55}" type="presOf" srcId="{7D744D38-77BE-4E0B-B1FC-4CE9010597EC}" destId="{BC7C71C9-2537-45DE-BA3C-27A93D9E3695}" srcOrd="0" destOrd="0" presId="urn:microsoft.com/office/officeart/2005/8/layout/vProcess5"/>
    <dgm:cxn modelId="{AEFBD2F7-BFAA-4655-AE58-8A0636F4C5DC}" type="presParOf" srcId="{2E5783A6-7BEE-4CF0-992A-A9E7D4B5DB18}" destId="{002399E5-AAA8-47E1-A875-0B5DF30CA3FB}" srcOrd="0" destOrd="0" presId="urn:microsoft.com/office/officeart/2005/8/layout/vProcess5"/>
    <dgm:cxn modelId="{F061E44F-E63E-46B0-BEB9-302550190318}" type="presParOf" srcId="{2E5783A6-7BEE-4CF0-992A-A9E7D4B5DB18}" destId="{BC7C71C9-2537-45DE-BA3C-27A93D9E3695}" srcOrd="1" destOrd="0" presId="urn:microsoft.com/office/officeart/2005/8/layout/vProcess5"/>
    <dgm:cxn modelId="{9615E025-4CE3-42FF-A1FF-877D38852A87}" type="presParOf" srcId="{2E5783A6-7BEE-4CF0-992A-A9E7D4B5DB18}" destId="{7625461A-9310-4AC4-AC05-5B95857A7DB3}" srcOrd="2" destOrd="0" presId="urn:microsoft.com/office/officeart/2005/8/layout/vProcess5"/>
    <dgm:cxn modelId="{62BD63D2-52DE-49B0-846D-91A8557FE876}" type="presParOf" srcId="{2E5783A6-7BEE-4CF0-992A-A9E7D4B5DB18}" destId="{C339F57D-F5EC-4DC0-8BED-EB412C7F8D80}" srcOrd="3" destOrd="0" presId="urn:microsoft.com/office/officeart/2005/8/layout/vProcess5"/>
    <dgm:cxn modelId="{57806E42-EA05-43E9-AC7E-192B71DC24C6}" type="presParOf" srcId="{2E5783A6-7BEE-4CF0-992A-A9E7D4B5DB18}" destId="{ABE8A666-5D87-4420-946A-76FCAE98F402}" srcOrd="4" destOrd="0" presId="urn:microsoft.com/office/officeart/2005/8/layout/vProcess5"/>
    <dgm:cxn modelId="{688767EA-F21D-4638-B888-BB68675A608B}" type="presParOf" srcId="{2E5783A6-7BEE-4CF0-992A-A9E7D4B5DB18}" destId="{7B608BC8-971C-4D31-89A2-B97478E4E4AC}" srcOrd="5" destOrd="0" presId="urn:microsoft.com/office/officeart/2005/8/layout/vProcess5"/>
    <dgm:cxn modelId="{2B63B43D-1E18-4B06-A59F-28FB0018BA4A}" type="presParOf" srcId="{2E5783A6-7BEE-4CF0-992A-A9E7D4B5DB18}" destId="{2BD77D70-695B-47F0-B6C1-2033CB6826BC}" srcOrd="6" destOrd="0" presId="urn:microsoft.com/office/officeart/2005/8/layout/vProcess5"/>
    <dgm:cxn modelId="{2B7CBC0A-DC57-4303-9B1C-40747356A189}" type="presParOf" srcId="{2E5783A6-7BEE-4CF0-992A-A9E7D4B5DB18}" destId="{0B0BECE0-54D6-4F2D-931F-2B7D45724968}" srcOrd="7" destOrd="0" presId="urn:microsoft.com/office/officeart/2005/8/layout/vProcess5"/>
    <dgm:cxn modelId="{58209132-7E36-4BEA-A3F8-FAFCC520240C}" type="presParOf" srcId="{2E5783A6-7BEE-4CF0-992A-A9E7D4B5DB18}" destId="{6E24B357-044E-4487-9028-5EA030FCAEA5}" srcOrd="8" destOrd="0" presId="urn:microsoft.com/office/officeart/2005/8/layout/vProcess5"/>
    <dgm:cxn modelId="{3B49284C-F8CC-42B7-8A14-1039D84AE400}" type="presParOf" srcId="{2E5783A6-7BEE-4CF0-992A-A9E7D4B5DB18}" destId="{83D6B815-BB74-4C10-8775-EA014984C377}" srcOrd="9" destOrd="0" presId="urn:microsoft.com/office/officeart/2005/8/layout/vProcess5"/>
    <dgm:cxn modelId="{9AAAECB3-6F41-493B-84C0-956FEF5BFAED}" type="presParOf" srcId="{2E5783A6-7BEE-4CF0-992A-A9E7D4B5DB18}" destId="{A6BD4373-4A17-4529-804B-44B1ECDA090D}" srcOrd="10" destOrd="0" presId="urn:microsoft.com/office/officeart/2005/8/layout/vProcess5"/>
    <dgm:cxn modelId="{251D9300-2D45-404C-A5A1-56F24D847CD0}" type="presParOf" srcId="{2E5783A6-7BEE-4CF0-992A-A9E7D4B5DB18}" destId="{CA38E373-E17E-47B3-A3AA-9A542C3DAF1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F9131A-F27C-4054-99A0-CE6F0862E4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07C85A1-9829-419B-A630-A7CEA5068ADD}">
      <dgm:prSet custT="1"/>
      <dgm:spPr/>
      <dgm:t>
        <a:bodyPr/>
        <a:lstStyle/>
        <a:p>
          <a:r>
            <a:rPr lang="en-IN" sz="2400" dirty="0"/>
            <a:t>C2 selectivity is negatively proportional to (gas hourly)space velocity.</a:t>
          </a:r>
        </a:p>
      </dgm:t>
    </dgm:pt>
    <dgm:pt modelId="{A0058E77-14FF-4694-8F29-019FBF54B436}" type="parTrans" cxnId="{2D40D520-9FAD-4E14-B646-C7AF29F38A30}">
      <dgm:prSet/>
      <dgm:spPr/>
      <dgm:t>
        <a:bodyPr/>
        <a:lstStyle/>
        <a:p>
          <a:endParaRPr lang="en-IN"/>
        </a:p>
      </dgm:t>
    </dgm:pt>
    <dgm:pt modelId="{1AF8A990-1B3A-4BAF-B065-C399B567F947}" type="sibTrans" cxnId="{2D40D520-9FAD-4E14-B646-C7AF29F38A30}">
      <dgm:prSet/>
      <dgm:spPr/>
      <dgm:t>
        <a:bodyPr/>
        <a:lstStyle/>
        <a:p>
          <a:endParaRPr lang="en-IN"/>
        </a:p>
      </dgm:t>
    </dgm:pt>
    <dgm:pt modelId="{1BA2121B-AFEF-4205-89F7-11448B8B4DE3}">
      <dgm:prSet custT="1"/>
      <dgm:spPr/>
      <dgm:t>
        <a:bodyPr/>
        <a:lstStyle/>
        <a:p>
          <a:r>
            <a:rPr lang="en-IN" sz="2400" dirty="0"/>
            <a:t>More amount of catalyst and Flow rate, Better C2 selectivity as observed in PCC.</a:t>
          </a:r>
        </a:p>
      </dgm:t>
    </dgm:pt>
    <dgm:pt modelId="{4999FE6C-B400-42B2-9136-13799E7E9752}" type="parTrans" cxnId="{13184B95-8193-457A-8D46-D803BC7AF844}">
      <dgm:prSet/>
      <dgm:spPr/>
      <dgm:t>
        <a:bodyPr/>
        <a:lstStyle/>
        <a:p>
          <a:endParaRPr lang="en-IN"/>
        </a:p>
      </dgm:t>
    </dgm:pt>
    <dgm:pt modelId="{4E99F81A-5AF6-4884-8BEE-6EC563AACA24}" type="sibTrans" cxnId="{13184B95-8193-457A-8D46-D803BC7AF844}">
      <dgm:prSet/>
      <dgm:spPr/>
      <dgm:t>
        <a:bodyPr/>
        <a:lstStyle/>
        <a:p>
          <a:endParaRPr lang="en-IN"/>
        </a:p>
      </dgm:t>
    </dgm:pt>
    <dgm:pt modelId="{A864220C-CD72-4EF6-B022-1C734E17CEAC}">
      <dgm:prSet custT="1"/>
      <dgm:spPr/>
      <dgm:t>
        <a:bodyPr/>
        <a:lstStyle/>
        <a:p>
          <a:r>
            <a:rPr lang="en-IN" sz="2400" dirty="0"/>
            <a:t>C3 selectivity and CH4 conversion is directly proportional to Run time.</a:t>
          </a:r>
        </a:p>
      </dgm:t>
    </dgm:pt>
    <dgm:pt modelId="{2B89FF16-3C47-4EB1-A33D-3848E64345B8}" type="parTrans" cxnId="{C797B59C-576A-4C83-9069-DE01F0C66ABA}">
      <dgm:prSet/>
      <dgm:spPr/>
      <dgm:t>
        <a:bodyPr/>
        <a:lstStyle/>
        <a:p>
          <a:endParaRPr lang="en-IN"/>
        </a:p>
      </dgm:t>
    </dgm:pt>
    <dgm:pt modelId="{103F093D-FDD0-4EA1-BCC0-8A348A25A6E8}" type="sibTrans" cxnId="{C797B59C-576A-4C83-9069-DE01F0C66ABA}">
      <dgm:prSet/>
      <dgm:spPr/>
      <dgm:t>
        <a:bodyPr/>
        <a:lstStyle/>
        <a:p>
          <a:endParaRPr lang="en-IN"/>
        </a:p>
      </dgm:t>
    </dgm:pt>
    <dgm:pt modelId="{50BB5AB4-AACB-4FB6-A64E-E1C93E0BF4AC}" type="pres">
      <dgm:prSet presAssocID="{37F9131A-F27C-4054-99A0-CE6F0862E4D9}" presName="linear" presStyleCnt="0">
        <dgm:presLayoutVars>
          <dgm:animLvl val="lvl"/>
          <dgm:resizeHandles val="exact"/>
        </dgm:presLayoutVars>
      </dgm:prSet>
      <dgm:spPr/>
    </dgm:pt>
    <dgm:pt modelId="{E7653293-CF3F-47C8-8C46-899C1264526F}" type="pres">
      <dgm:prSet presAssocID="{D07C85A1-9829-419B-A630-A7CEA5068ADD}" presName="parentText" presStyleLbl="node1" presStyleIdx="0" presStyleCnt="3" custLinFactNeighborY="-7656">
        <dgm:presLayoutVars>
          <dgm:chMax val="0"/>
          <dgm:bulletEnabled val="1"/>
        </dgm:presLayoutVars>
      </dgm:prSet>
      <dgm:spPr/>
    </dgm:pt>
    <dgm:pt modelId="{F9E5E9FD-A0A0-44FA-A156-3CAD5F3C814B}" type="pres">
      <dgm:prSet presAssocID="{1AF8A990-1B3A-4BAF-B065-C399B567F947}" presName="spacer" presStyleCnt="0"/>
      <dgm:spPr/>
    </dgm:pt>
    <dgm:pt modelId="{979B111B-3126-49A7-A6C2-38AB82F5069C}" type="pres">
      <dgm:prSet presAssocID="{1BA2121B-AFEF-4205-89F7-11448B8B4D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A8BE895-02E8-4E5F-B7A0-462D417954C1}" type="pres">
      <dgm:prSet presAssocID="{4E99F81A-5AF6-4884-8BEE-6EC563AACA24}" presName="spacer" presStyleCnt="0"/>
      <dgm:spPr/>
    </dgm:pt>
    <dgm:pt modelId="{81B24EA2-F965-463A-95D7-B5934FC13B86}" type="pres">
      <dgm:prSet presAssocID="{A864220C-CD72-4EF6-B022-1C734E17CEA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D40D520-9FAD-4E14-B646-C7AF29F38A30}" srcId="{37F9131A-F27C-4054-99A0-CE6F0862E4D9}" destId="{D07C85A1-9829-419B-A630-A7CEA5068ADD}" srcOrd="0" destOrd="0" parTransId="{A0058E77-14FF-4694-8F29-019FBF54B436}" sibTransId="{1AF8A990-1B3A-4BAF-B065-C399B567F947}"/>
    <dgm:cxn modelId="{D0C4B064-135C-400E-B205-6B75BE3EE091}" type="presOf" srcId="{37F9131A-F27C-4054-99A0-CE6F0862E4D9}" destId="{50BB5AB4-AACB-4FB6-A64E-E1C93E0BF4AC}" srcOrd="0" destOrd="0" presId="urn:microsoft.com/office/officeart/2005/8/layout/vList2"/>
    <dgm:cxn modelId="{18E30846-F795-4CBC-B7DD-5B92394430B6}" type="presOf" srcId="{1BA2121B-AFEF-4205-89F7-11448B8B4DE3}" destId="{979B111B-3126-49A7-A6C2-38AB82F5069C}" srcOrd="0" destOrd="0" presId="urn:microsoft.com/office/officeart/2005/8/layout/vList2"/>
    <dgm:cxn modelId="{13184B95-8193-457A-8D46-D803BC7AF844}" srcId="{37F9131A-F27C-4054-99A0-CE6F0862E4D9}" destId="{1BA2121B-AFEF-4205-89F7-11448B8B4DE3}" srcOrd="1" destOrd="0" parTransId="{4999FE6C-B400-42B2-9136-13799E7E9752}" sibTransId="{4E99F81A-5AF6-4884-8BEE-6EC563AACA24}"/>
    <dgm:cxn modelId="{C797B59C-576A-4C83-9069-DE01F0C66ABA}" srcId="{37F9131A-F27C-4054-99A0-CE6F0862E4D9}" destId="{A864220C-CD72-4EF6-B022-1C734E17CEAC}" srcOrd="2" destOrd="0" parTransId="{2B89FF16-3C47-4EB1-A33D-3848E64345B8}" sibTransId="{103F093D-FDD0-4EA1-BCC0-8A348A25A6E8}"/>
    <dgm:cxn modelId="{FA3C2BE5-255D-410F-A40B-50CECCA885C0}" type="presOf" srcId="{D07C85A1-9829-419B-A630-A7CEA5068ADD}" destId="{E7653293-CF3F-47C8-8C46-899C1264526F}" srcOrd="0" destOrd="0" presId="urn:microsoft.com/office/officeart/2005/8/layout/vList2"/>
    <dgm:cxn modelId="{ED18AFEA-186D-44E4-940C-934FBC8DD27C}" type="presOf" srcId="{A864220C-CD72-4EF6-B022-1C734E17CEAC}" destId="{81B24EA2-F965-463A-95D7-B5934FC13B86}" srcOrd="0" destOrd="0" presId="urn:microsoft.com/office/officeart/2005/8/layout/vList2"/>
    <dgm:cxn modelId="{3B1D1923-E0F4-4868-9F51-D8C2F648A82C}" type="presParOf" srcId="{50BB5AB4-AACB-4FB6-A64E-E1C93E0BF4AC}" destId="{E7653293-CF3F-47C8-8C46-899C1264526F}" srcOrd="0" destOrd="0" presId="urn:microsoft.com/office/officeart/2005/8/layout/vList2"/>
    <dgm:cxn modelId="{FCE5130F-5A70-47BA-B9A9-A5238C0DDA07}" type="presParOf" srcId="{50BB5AB4-AACB-4FB6-A64E-E1C93E0BF4AC}" destId="{F9E5E9FD-A0A0-44FA-A156-3CAD5F3C814B}" srcOrd="1" destOrd="0" presId="urn:microsoft.com/office/officeart/2005/8/layout/vList2"/>
    <dgm:cxn modelId="{A5717AA7-9B8A-430C-AB05-2C2577C76508}" type="presParOf" srcId="{50BB5AB4-AACB-4FB6-A64E-E1C93E0BF4AC}" destId="{979B111B-3126-49A7-A6C2-38AB82F5069C}" srcOrd="2" destOrd="0" presId="urn:microsoft.com/office/officeart/2005/8/layout/vList2"/>
    <dgm:cxn modelId="{16DE6440-F539-49D5-B311-CBA601A56B0A}" type="presParOf" srcId="{50BB5AB4-AACB-4FB6-A64E-E1C93E0BF4AC}" destId="{8A8BE895-02E8-4E5F-B7A0-462D417954C1}" srcOrd="3" destOrd="0" presId="urn:microsoft.com/office/officeart/2005/8/layout/vList2"/>
    <dgm:cxn modelId="{3AD2914E-A21D-47ED-8CF9-D0B76F7E81AA}" type="presParOf" srcId="{50BB5AB4-AACB-4FB6-A64E-E1C93E0BF4AC}" destId="{81B24EA2-F965-463A-95D7-B5934FC13B8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6A96219-0950-462D-85C0-5CB94E311C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3696CD4-304C-49AB-AF77-A5DE8EAAFF94}">
      <dgm:prSet/>
      <dgm:spPr/>
      <dgm:t>
        <a:bodyPr/>
        <a:lstStyle/>
        <a:p>
          <a:r>
            <a:rPr lang="en-IN" dirty="0"/>
            <a:t>Tree based models are giving good accuracy:</a:t>
          </a:r>
        </a:p>
      </dgm:t>
    </dgm:pt>
    <dgm:pt modelId="{E41819D9-BD5A-414E-AA19-03339EACB4CA}" type="parTrans" cxnId="{35960407-C63D-48B3-9977-53C2E864CFF6}">
      <dgm:prSet/>
      <dgm:spPr/>
      <dgm:t>
        <a:bodyPr/>
        <a:lstStyle/>
        <a:p>
          <a:endParaRPr lang="en-IN"/>
        </a:p>
      </dgm:t>
    </dgm:pt>
    <dgm:pt modelId="{B646401B-11F7-4155-870D-A0450C72C155}" type="sibTrans" cxnId="{35960407-C63D-48B3-9977-53C2E864CFF6}">
      <dgm:prSet/>
      <dgm:spPr/>
      <dgm:t>
        <a:bodyPr/>
        <a:lstStyle/>
        <a:p>
          <a:endParaRPr lang="en-IN"/>
        </a:p>
      </dgm:t>
    </dgm:pt>
    <dgm:pt modelId="{33180AFE-55B3-4328-96C0-5EF3D1492ABA}">
      <dgm:prSet/>
      <dgm:spPr/>
      <dgm:t>
        <a:bodyPr/>
        <a:lstStyle/>
        <a:p>
          <a:r>
            <a:rPr lang="en-IN" dirty="0"/>
            <a:t>Non-linear relationship </a:t>
          </a:r>
        </a:p>
      </dgm:t>
    </dgm:pt>
    <dgm:pt modelId="{E6EE1726-2154-4B11-9989-5AE780BBADF8}" type="parTrans" cxnId="{56A88B72-1E89-4398-AB52-6B2A4ED7F1EF}">
      <dgm:prSet/>
      <dgm:spPr/>
      <dgm:t>
        <a:bodyPr/>
        <a:lstStyle/>
        <a:p>
          <a:endParaRPr lang="en-IN"/>
        </a:p>
      </dgm:t>
    </dgm:pt>
    <dgm:pt modelId="{4744613E-290F-4B8E-AFBB-EBCBFC8E5506}" type="sibTrans" cxnId="{56A88B72-1E89-4398-AB52-6B2A4ED7F1EF}">
      <dgm:prSet/>
      <dgm:spPr/>
      <dgm:t>
        <a:bodyPr/>
        <a:lstStyle/>
        <a:p>
          <a:endParaRPr lang="en-IN"/>
        </a:p>
      </dgm:t>
    </dgm:pt>
    <dgm:pt modelId="{E924D7AC-16AA-43EE-B6BD-BBD44C0DD931}">
      <dgm:prSet/>
      <dgm:spPr/>
      <dgm:t>
        <a:bodyPr/>
        <a:lstStyle/>
        <a:p>
          <a:r>
            <a:rPr lang="en-IN" dirty="0"/>
            <a:t>With highest accuracy, RMSE of 1.49 and R2 of 0.98.</a:t>
          </a:r>
        </a:p>
      </dgm:t>
    </dgm:pt>
    <dgm:pt modelId="{51100749-2802-40C0-9B22-E6D6A63E8BC8}" type="parTrans" cxnId="{9D115BA4-4011-44A4-B144-E4D57E17502B}">
      <dgm:prSet/>
      <dgm:spPr/>
      <dgm:t>
        <a:bodyPr/>
        <a:lstStyle/>
        <a:p>
          <a:endParaRPr lang="en-IN"/>
        </a:p>
      </dgm:t>
    </dgm:pt>
    <dgm:pt modelId="{DBD1DF3E-635C-40F1-84B8-8A6609054396}" type="sibTrans" cxnId="{9D115BA4-4011-44A4-B144-E4D57E17502B}">
      <dgm:prSet/>
      <dgm:spPr/>
      <dgm:t>
        <a:bodyPr/>
        <a:lstStyle/>
        <a:p>
          <a:endParaRPr lang="en-IN"/>
        </a:p>
      </dgm:t>
    </dgm:pt>
    <dgm:pt modelId="{AB089864-2971-46C2-88AA-07EE9660FFCA}">
      <dgm:prSet/>
      <dgm:spPr/>
      <dgm:t>
        <a:bodyPr/>
        <a:lstStyle/>
        <a:p>
          <a:r>
            <a:rPr lang="en-IN" dirty="0"/>
            <a:t>Decision model performed best.</a:t>
          </a:r>
        </a:p>
      </dgm:t>
    </dgm:pt>
    <dgm:pt modelId="{9DC157EF-03B8-4B08-9CB8-E154B1D5A7FB}" type="parTrans" cxnId="{BEB2E808-1E19-4168-9837-1FB34D1515F7}">
      <dgm:prSet/>
      <dgm:spPr/>
      <dgm:t>
        <a:bodyPr/>
        <a:lstStyle/>
        <a:p>
          <a:endParaRPr lang="en-IN"/>
        </a:p>
      </dgm:t>
    </dgm:pt>
    <dgm:pt modelId="{51D0B76C-4605-4526-950C-D36512BA1A6F}" type="sibTrans" cxnId="{BEB2E808-1E19-4168-9837-1FB34D1515F7}">
      <dgm:prSet/>
      <dgm:spPr/>
      <dgm:t>
        <a:bodyPr/>
        <a:lstStyle/>
        <a:p>
          <a:endParaRPr lang="en-IN"/>
        </a:p>
      </dgm:t>
    </dgm:pt>
    <dgm:pt modelId="{3F2343FE-C77C-4393-8B7B-796E00837B5E}">
      <dgm:prSet/>
      <dgm:spPr/>
      <dgm:t>
        <a:bodyPr/>
        <a:lstStyle/>
        <a:p>
          <a:r>
            <a:rPr lang="en-IN" dirty="0"/>
            <a:t>From SHAP analysis, Space Velocity, Temperature and Amount of catalyst are important factors affecting this reaction.</a:t>
          </a:r>
        </a:p>
      </dgm:t>
    </dgm:pt>
    <dgm:pt modelId="{B60CAAA0-8BEA-4BC5-85E7-BD5835AE8F45}" type="parTrans" cxnId="{29D2CAE3-F79F-43A1-B00C-783C46B6106D}">
      <dgm:prSet/>
      <dgm:spPr/>
      <dgm:t>
        <a:bodyPr/>
        <a:lstStyle/>
        <a:p>
          <a:endParaRPr lang="en-IN"/>
        </a:p>
      </dgm:t>
    </dgm:pt>
    <dgm:pt modelId="{E6924515-0A23-49B8-AC90-B3067139385D}" type="sibTrans" cxnId="{29D2CAE3-F79F-43A1-B00C-783C46B6106D}">
      <dgm:prSet/>
      <dgm:spPr/>
      <dgm:t>
        <a:bodyPr/>
        <a:lstStyle/>
        <a:p>
          <a:endParaRPr lang="en-IN"/>
        </a:p>
      </dgm:t>
    </dgm:pt>
    <dgm:pt modelId="{46150118-8E29-42F5-BE03-EC23C64B613C}">
      <dgm:prSet/>
      <dgm:spPr/>
      <dgm:t>
        <a:bodyPr/>
        <a:lstStyle/>
        <a:p>
          <a:r>
            <a:rPr lang="en-IN" dirty="0"/>
            <a:t>Irregular patterns</a:t>
          </a:r>
        </a:p>
      </dgm:t>
    </dgm:pt>
    <dgm:pt modelId="{DC6F3B0C-DB92-4CDE-AE80-AAD9A0DBFEC7}" type="sibTrans" cxnId="{A1561C5A-792C-466A-BD5F-1D843179487D}">
      <dgm:prSet/>
      <dgm:spPr/>
      <dgm:t>
        <a:bodyPr/>
        <a:lstStyle/>
        <a:p>
          <a:endParaRPr lang="en-IN"/>
        </a:p>
      </dgm:t>
    </dgm:pt>
    <dgm:pt modelId="{666F4E54-2D14-40C6-9255-9F67BDA1C6E8}" type="parTrans" cxnId="{A1561C5A-792C-466A-BD5F-1D843179487D}">
      <dgm:prSet/>
      <dgm:spPr/>
      <dgm:t>
        <a:bodyPr/>
        <a:lstStyle/>
        <a:p>
          <a:endParaRPr lang="en-IN"/>
        </a:p>
      </dgm:t>
    </dgm:pt>
    <dgm:pt modelId="{16FB487F-4B9D-4C59-9F87-5D1160C0308E}" type="pres">
      <dgm:prSet presAssocID="{D6A96219-0950-462D-85C0-5CB94E311C24}" presName="linear" presStyleCnt="0">
        <dgm:presLayoutVars>
          <dgm:animLvl val="lvl"/>
          <dgm:resizeHandles val="exact"/>
        </dgm:presLayoutVars>
      </dgm:prSet>
      <dgm:spPr/>
    </dgm:pt>
    <dgm:pt modelId="{D54C1847-FBBF-466E-B440-942A515EE8B6}" type="pres">
      <dgm:prSet presAssocID="{13696CD4-304C-49AB-AF77-A5DE8EAAFF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7B19BF-C3DD-43E2-9DF1-0C022C192ED6}" type="pres">
      <dgm:prSet presAssocID="{13696CD4-304C-49AB-AF77-A5DE8EAAFF94}" presName="childText" presStyleLbl="revTx" presStyleIdx="0" presStyleCnt="1">
        <dgm:presLayoutVars>
          <dgm:bulletEnabled val="1"/>
        </dgm:presLayoutVars>
      </dgm:prSet>
      <dgm:spPr/>
    </dgm:pt>
    <dgm:pt modelId="{3512B13C-7BAA-4FE4-9020-01D2320A3B44}" type="pres">
      <dgm:prSet presAssocID="{E924D7AC-16AA-43EE-B6BD-BBD44C0DD931}" presName="parentText" presStyleLbl="node1" presStyleIdx="1" presStyleCnt="4" custLinFactY="100000" custLinFactNeighborY="118275">
        <dgm:presLayoutVars>
          <dgm:chMax val="0"/>
          <dgm:bulletEnabled val="1"/>
        </dgm:presLayoutVars>
      </dgm:prSet>
      <dgm:spPr/>
    </dgm:pt>
    <dgm:pt modelId="{BF6BD6B0-83B8-4A8A-81A3-C4D6BFA97C86}" type="pres">
      <dgm:prSet presAssocID="{DBD1DF3E-635C-40F1-84B8-8A6609054396}" presName="spacer" presStyleCnt="0"/>
      <dgm:spPr/>
    </dgm:pt>
    <dgm:pt modelId="{282F2C1E-9DD6-485D-9952-634EB020079B}" type="pres">
      <dgm:prSet presAssocID="{AB089864-2971-46C2-88AA-07EE9660FFCA}" presName="parentText" presStyleLbl="node1" presStyleIdx="2" presStyleCnt="4" custLinFactY="-100000" custLinFactNeighborY="-104687">
        <dgm:presLayoutVars>
          <dgm:chMax val="0"/>
          <dgm:bulletEnabled val="1"/>
        </dgm:presLayoutVars>
      </dgm:prSet>
      <dgm:spPr/>
    </dgm:pt>
    <dgm:pt modelId="{4445A834-43E9-414A-A085-923939761716}" type="pres">
      <dgm:prSet presAssocID="{51D0B76C-4605-4526-950C-D36512BA1A6F}" presName="spacer" presStyleCnt="0"/>
      <dgm:spPr/>
    </dgm:pt>
    <dgm:pt modelId="{33824DA6-42E0-47E3-B179-AD3C34D4AD83}" type="pres">
      <dgm:prSet presAssocID="{3F2343FE-C77C-4393-8B7B-796E00837B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960407-C63D-48B3-9977-53C2E864CFF6}" srcId="{D6A96219-0950-462D-85C0-5CB94E311C24}" destId="{13696CD4-304C-49AB-AF77-A5DE8EAAFF94}" srcOrd="0" destOrd="0" parTransId="{E41819D9-BD5A-414E-AA19-03339EACB4CA}" sibTransId="{B646401B-11F7-4155-870D-A0450C72C155}"/>
    <dgm:cxn modelId="{BEB2E808-1E19-4168-9837-1FB34D1515F7}" srcId="{D6A96219-0950-462D-85C0-5CB94E311C24}" destId="{AB089864-2971-46C2-88AA-07EE9660FFCA}" srcOrd="2" destOrd="0" parTransId="{9DC157EF-03B8-4B08-9CB8-E154B1D5A7FB}" sibTransId="{51D0B76C-4605-4526-950C-D36512BA1A6F}"/>
    <dgm:cxn modelId="{0C69461C-EC54-448C-8CD7-D08D826639C2}" type="presOf" srcId="{D6A96219-0950-462D-85C0-5CB94E311C24}" destId="{16FB487F-4B9D-4C59-9F87-5D1160C0308E}" srcOrd="0" destOrd="0" presId="urn:microsoft.com/office/officeart/2005/8/layout/vList2"/>
    <dgm:cxn modelId="{C5FEC864-470C-4F78-A128-49BA762F3A91}" type="presOf" srcId="{13696CD4-304C-49AB-AF77-A5DE8EAAFF94}" destId="{D54C1847-FBBF-466E-B440-942A515EE8B6}" srcOrd="0" destOrd="0" presId="urn:microsoft.com/office/officeart/2005/8/layout/vList2"/>
    <dgm:cxn modelId="{610C6B70-78B1-4E14-BCB3-335F4F7A3C9B}" type="presOf" srcId="{33180AFE-55B3-4328-96C0-5EF3D1492ABA}" destId="{067B19BF-C3DD-43E2-9DF1-0C022C192ED6}" srcOrd="0" destOrd="0" presId="urn:microsoft.com/office/officeart/2005/8/layout/vList2"/>
    <dgm:cxn modelId="{56A88B72-1E89-4398-AB52-6B2A4ED7F1EF}" srcId="{13696CD4-304C-49AB-AF77-A5DE8EAAFF94}" destId="{33180AFE-55B3-4328-96C0-5EF3D1492ABA}" srcOrd="0" destOrd="0" parTransId="{E6EE1726-2154-4B11-9989-5AE780BBADF8}" sibTransId="{4744613E-290F-4B8E-AFBB-EBCBFC8E5506}"/>
    <dgm:cxn modelId="{B2AD7977-12A0-4B00-90ED-9D9567CA1C53}" type="presOf" srcId="{AB089864-2971-46C2-88AA-07EE9660FFCA}" destId="{282F2C1E-9DD6-485D-9952-634EB020079B}" srcOrd="0" destOrd="0" presId="urn:microsoft.com/office/officeart/2005/8/layout/vList2"/>
    <dgm:cxn modelId="{A1561C5A-792C-466A-BD5F-1D843179487D}" srcId="{13696CD4-304C-49AB-AF77-A5DE8EAAFF94}" destId="{46150118-8E29-42F5-BE03-EC23C64B613C}" srcOrd="1" destOrd="0" parTransId="{666F4E54-2D14-40C6-9255-9F67BDA1C6E8}" sibTransId="{DC6F3B0C-DB92-4CDE-AE80-AAD9A0DBFEC7}"/>
    <dgm:cxn modelId="{9D115BA4-4011-44A4-B144-E4D57E17502B}" srcId="{D6A96219-0950-462D-85C0-5CB94E311C24}" destId="{E924D7AC-16AA-43EE-B6BD-BBD44C0DD931}" srcOrd="1" destOrd="0" parTransId="{51100749-2802-40C0-9B22-E6D6A63E8BC8}" sibTransId="{DBD1DF3E-635C-40F1-84B8-8A6609054396}"/>
    <dgm:cxn modelId="{3B05CAC9-BFD4-462F-94BC-8F39C390D608}" type="presOf" srcId="{E924D7AC-16AA-43EE-B6BD-BBD44C0DD931}" destId="{3512B13C-7BAA-4FE4-9020-01D2320A3B44}" srcOrd="0" destOrd="0" presId="urn:microsoft.com/office/officeart/2005/8/layout/vList2"/>
    <dgm:cxn modelId="{C2A5B3CB-0396-4FC4-B42D-65C443016747}" type="presOf" srcId="{46150118-8E29-42F5-BE03-EC23C64B613C}" destId="{067B19BF-C3DD-43E2-9DF1-0C022C192ED6}" srcOrd="0" destOrd="1" presId="urn:microsoft.com/office/officeart/2005/8/layout/vList2"/>
    <dgm:cxn modelId="{6F883EE3-E8C1-421D-A92E-FC81F1CF697C}" type="presOf" srcId="{3F2343FE-C77C-4393-8B7B-796E00837B5E}" destId="{33824DA6-42E0-47E3-B179-AD3C34D4AD83}" srcOrd="0" destOrd="0" presId="urn:microsoft.com/office/officeart/2005/8/layout/vList2"/>
    <dgm:cxn modelId="{29D2CAE3-F79F-43A1-B00C-783C46B6106D}" srcId="{D6A96219-0950-462D-85C0-5CB94E311C24}" destId="{3F2343FE-C77C-4393-8B7B-796E00837B5E}" srcOrd="3" destOrd="0" parTransId="{B60CAAA0-8BEA-4BC5-85E7-BD5835AE8F45}" sibTransId="{E6924515-0A23-49B8-AC90-B3067139385D}"/>
    <dgm:cxn modelId="{9E5C9C94-2E15-481B-9637-D29F7C49C901}" type="presParOf" srcId="{16FB487F-4B9D-4C59-9F87-5D1160C0308E}" destId="{D54C1847-FBBF-466E-B440-942A515EE8B6}" srcOrd="0" destOrd="0" presId="urn:microsoft.com/office/officeart/2005/8/layout/vList2"/>
    <dgm:cxn modelId="{A58C5C32-8C32-4959-88D1-D1CCDE4079C7}" type="presParOf" srcId="{16FB487F-4B9D-4C59-9F87-5D1160C0308E}" destId="{067B19BF-C3DD-43E2-9DF1-0C022C192ED6}" srcOrd="1" destOrd="0" presId="urn:microsoft.com/office/officeart/2005/8/layout/vList2"/>
    <dgm:cxn modelId="{EDFC222E-39D9-488F-8347-A11654CC63CF}" type="presParOf" srcId="{16FB487F-4B9D-4C59-9F87-5D1160C0308E}" destId="{3512B13C-7BAA-4FE4-9020-01D2320A3B44}" srcOrd="2" destOrd="0" presId="urn:microsoft.com/office/officeart/2005/8/layout/vList2"/>
    <dgm:cxn modelId="{137862D6-E464-4385-AB97-64BE9964E08B}" type="presParOf" srcId="{16FB487F-4B9D-4C59-9F87-5D1160C0308E}" destId="{BF6BD6B0-83B8-4A8A-81A3-C4D6BFA97C86}" srcOrd="3" destOrd="0" presId="urn:microsoft.com/office/officeart/2005/8/layout/vList2"/>
    <dgm:cxn modelId="{EC03C376-FE9B-4DCB-A2B2-F15DC42D57B1}" type="presParOf" srcId="{16FB487F-4B9D-4C59-9F87-5D1160C0308E}" destId="{282F2C1E-9DD6-485D-9952-634EB020079B}" srcOrd="4" destOrd="0" presId="urn:microsoft.com/office/officeart/2005/8/layout/vList2"/>
    <dgm:cxn modelId="{C19ECB3C-1C7F-4EA6-9DAC-2B9A8225AD06}" type="presParOf" srcId="{16FB487F-4B9D-4C59-9F87-5D1160C0308E}" destId="{4445A834-43E9-414A-A085-923939761716}" srcOrd="5" destOrd="0" presId="urn:microsoft.com/office/officeart/2005/8/layout/vList2"/>
    <dgm:cxn modelId="{6B9328FD-5EFF-463D-8683-87064DB1640D}" type="presParOf" srcId="{16FB487F-4B9D-4C59-9F87-5D1160C0308E}" destId="{33824DA6-42E0-47E3-B179-AD3C34D4AD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38D54-36A4-47C4-9C91-6F1F4E1E3D6B}">
      <dsp:nvSpPr>
        <dsp:cNvPr id="0" name=""/>
        <dsp:cNvSpPr/>
      </dsp:nvSpPr>
      <dsp:spPr>
        <a:xfrm>
          <a:off x="0" y="5103"/>
          <a:ext cx="10889673" cy="1140750"/>
        </a:xfrm>
        <a:prstGeom prst="roundRect">
          <a:avLst/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Machine Learning model for prediction of Ethane selectivity by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Oxidative Coupling of Methane</a:t>
          </a:r>
          <a:endParaRPr lang="en-IN" sz="2500" b="1" kern="1200" dirty="0"/>
        </a:p>
      </dsp:txBody>
      <dsp:txXfrm>
        <a:off x="55687" y="60790"/>
        <a:ext cx="10778299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A5E06-A4D6-4E9D-9CFC-17C85949633A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A87AEF-A694-4415-9C1A-331A581F2ACD}">
      <dsp:nvSpPr>
        <dsp:cNvPr id="0" name=""/>
        <dsp:cNvSpPr/>
      </dsp:nvSpPr>
      <dsp:spPr>
        <a:xfrm>
          <a:off x="350606" y="229141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Introduction</a:t>
          </a:r>
        </a:p>
      </dsp:txBody>
      <dsp:txXfrm>
        <a:off x="350606" y="229141"/>
        <a:ext cx="10105268" cy="458108"/>
      </dsp:txXfrm>
    </dsp:sp>
    <dsp:sp modelId="{76E66316-1605-4A3A-B09D-2D6ACE4BFAF3}">
      <dsp:nvSpPr>
        <dsp:cNvPr id="0" name=""/>
        <dsp:cNvSpPr/>
      </dsp:nvSpPr>
      <dsp:spPr>
        <a:xfrm>
          <a:off x="64288" y="17187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4BF28-D97B-4EFD-8D65-A47F8EC681BD}">
      <dsp:nvSpPr>
        <dsp:cNvPr id="0" name=""/>
        <dsp:cNvSpPr/>
      </dsp:nvSpPr>
      <dsp:spPr>
        <a:xfrm>
          <a:off x="727432" y="916217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Aim</a:t>
          </a:r>
        </a:p>
      </dsp:txBody>
      <dsp:txXfrm>
        <a:off x="727432" y="916217"/>
        <a:ext cx="9728442" cy="458108"/>
      </dsp:txXfrm>
    </dsp:sp>
    <dsp:sp modelId="{1FCE3291-F578-409E-B18D-9DCD6098CCC0}">
      <dsp:nvSpPr>
        <dsp:cNvPr id="0" name=""/>
        <dsp:cNvSpPr/>
      </dsp:nvSpPr>
      <dsp:spPr>
        <a:xfrm>
          <a:off x="441114" y="85895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72991-D404-4D9F-AE12-F652B838F401}">
      <dsp:nvSpPr>
        <dsp:cNvPr id="0" name=""/>
        <dsp:cNvSpPr/>
      </dsp:nvSpPr>
      <dsp:spPr>
        <a:xfrm>
          <a:off x="899745" y="1603293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Methodology</a:t>
          </a:r>
        </a:p>
      </dsp:txBody>
      <dsp:txXfrm>
        <a:off x="899745" y="1603293"/>
        <a:ext cx="9556129" cy="458108"/>
      </dsp:txXfrm>
    </dsp:sp>
    <dsp:sp modelId="{DE73FC78-3772-4272-91DC-90D6EA6A0BF5}">
      <dsp:nvSpPr>
        <dsp:cNvPr id="0" name=""/>
        <dsp:cNvSpPr/>
      </dsp:nvSpPr>
      <dsp:spPr>
        <a:xfrm>
          <a:off x="613427" y="1546030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EFFBA-DDF5-415B-A52D-940FD0098DC6}">
      <dsp:nvSpPr>
        <dsp:cNvPr id="0" name=""/>
        <dsp:cNvSpPr/>
      </dsp:nvSpPr>
      <dsp:spPr>
        <a:xfrm>
          <a:off x="899745" y="2289935"/>
          <a:ext cx="9556129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Results and discussion</a:t>
          </a:r>
        </a:p>
      </dsp:txBody>
      <dsp:txXfrm>
        <a:off x="899745" y="2289935"/>
        <a:ext cx="9556129" cy="458108"/>
      </dsp:txXfrm>
    </dsp:sp>
    <dsp:sp modelId="{AA6ECC26-8C4A-4A44-9BEA-3A2B85A33E12}">
      <dsp:nvSpPr>
        <dsp:cNvPr id="0" name=""/>
        <dsp:cNvSpPr/>
      </dsp:nvSpPr>
      <dsp:spPr>
        <a:xfrm>
          <a:off x="613427" y="2232671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4032F-EA51-4CAC-A9C7-80A45F2F8FFF}">
      <dsp:nvSpPr>
        <dsp:cNvPr id="0" name=""/>
        <dsp:cNvSpPr/>
      </dsp:nvSpPr>
      <dsp:spPr>
        <a:xfrm>
          <a:off x="727432" y="2977011"/>
          <a:ext cx="9728442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Conclusion </a:t>
          </a:r>
        </a:p>
      </dsp:txBody>
      <dsp:txXfrm>
        <a:off x="727432" y="2977011"/>
        <a:ext cx="9728442" cy="458108"/>
      </dsp:txXfrm>
    </dsp:sp>
    <dsp:sp modelId="{47C4528D-3FEA-4571-81D8-D9C6C59AE193}">
      <dsp:nvSpPr>
        <dsp:cNvPr id="0" name=""/>
        <dsp:cNvSpPr/>
      </dsp:nvSpPr>
      <dsp:spPr>
        <a:xfrm>
          <a:off x="441114" y="2919747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3903F-399D-4CEF-AC6B-A1070B2B8523}">
      <dsp:nvSpPr>
        <dsp:cNvPr id="0" name=""/>
        <dsp:cNvSpPr/>
      </dsp:nvSpPr>
      <dsp:spPr>
        <a:xfrm>
          <a:off x="350606" y="3664087"/>
          <a:ext cx="10105268" cy="45810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36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References</a:t>
          </a:r>
        </a:p>
      </dsp:txBody>
      <dsp:txXfrm>
        <a:off x="350606" y="3664087"/>
        <a:ext cx="10105268" cy="458108"/>
      </dsp:txXfrm>
    </dsp:sp>
    <dsp:sp modelId="{AB3BBBB1-20C6-48C3-8213-959176575FF8}">
      <dsp:nvSpPr>
        <dsp:cNvPr id="0" name=""/>
        <dsp:cNvSpPr/>
      </dsp:nvSpPr>
      <dsp:spPr>
        <a:xfrm>
          <a:off x="64288" y="3606824"/>
          <a:ext cx="572636" cy="57263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AA16B-8EEA-4978-A97B-01074163FC3C}">
      <dsp:nvSpPr>
        <dsp:cNvPr id="0" name=""/>
        <dsp:cNvSpPr/>
      </dsp:nvSpPr>
      <dsp:spPr>
        <a:xfrm>
          <a:off x="0" y="53356"/>
          <a:ext cx="1051560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Oxidative coupling of methane (OCM)  </a:t>
          </a:r>
          <a:endParaRPr lang="en-IN" sz="3500" kern="1200" dirty="0"/>
        </a:p>
      </dsp:txBody>
      <dsp:txXfrm>
        <a:off x="40980" y="94336"/>
        <a:ext cx="10433640" cy="757514"/>
      </dsp:txXfrm>
    </dsp:sp>
    <dsp:sp modelId="{14FA46B8-5950-456A-BDD3-D909A182DBC4}">
      <dsp:nvSpPr>
        <dsp:cNvPr id="0" name=""/>
        <dsp:cNvSpPr/>
      </dsp:nvSpPr>
      <dsp:spPr>
        <a:xfrm>
          <a:off x="0" y="892831"/>
          <a:ext cx="10515600" cy="3405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Hydrogen atom extraction from methane by an oxygen atom on the catalyst's surface. 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This extraction leaves behind a methyl radical (*CH3), which is then released from the catalyst's surface. 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The *CH3 radical couples with another methyl radical, ultimately forming ethane and higher hydrocarbons.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Another hydrogen atom is extracted from methane, by the OH group on the catalyst's surface, resulting in the desorption of water. </a:t>
          </a:r>
          <a:endParaRPr lang="en-IN" sz="2700" kern="1200" dirty="0"/>
        </a:p>
      </dsp:txBody>
      <dsp:txXfrm>
        <a:off x="0" y="892831"/>
        <a:ext cx="10515600" cy="34051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CC358-22AF-4436-9C9D-F2051374FB93}">
      <dsp:nvSpPr>
        <dsp:cNvPr id="0" name=""/>
        <dsp:cNvSpPr/>
      </dsp:nvSpPr>
      <dsp:spPr>
        <a:xfrm>
          <a:off x="0" y="39779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 majority of research efforts in OCM </a:t>
          </a:r>
          <a:endParaRPr lang="en-IN" sz="3000" kern="1200"/>
        </a:p>
      </dsp:txBody>
      <dsp:txXfrm>
        <a:off x="35125" y="74904"/>
        <a:ext cx="10445350" cy="649299"/>
      </dsp:txXfrm>
    </dsp:sp>
    <dsp:sp modelId="{19679E20-CFAA-41DE-B018-E3D21736B0E3}">
      <dsp:nvSpPr>
        <dsp:cNvPr id="0" name=""/>
        <dsp:cNvSpPr/>
      </dsp:nvSpPr>
      <dsp:spPr>
        <a:xfrm>
          <a:off x="0" y="759329"/>
          <a:ext cx="10515600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Catalysts to maximize the yield of desired C2 products. (ethane and ethylene ) </a:t>
          </a:r>
          <a:endParaRPr lang="en-IN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Catalyst favorable for high-temperature.</a:t>
          </a:r>
          <a:endParaRPr lang="en-IN" sz="2300" kern="1200"/>
        </a:p>
      </dsp:txBody>
      <dsp:txXfrm>
        <a:off x="0" y="759329"/>
        <a:ext cx="10515600" cy="791774"/>
      </dsp:txXfrm>
    </dsp:sp>
    <dsp:sp modelId="{2B67DFB0-7A93-4E7A-9F2F-FC33E2737DED}">
      <dsp:nvSpPr>
        <dsp:cNvPr id="0" name=""/>
        <dsp:cNvSpPr/>
      </dsp:nvSpPr>
      <dsp:spPr>
        <a:xfrm>
          <a:off x="0" y="1551104"/>
          <a:ext cx="10515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Challenges in achieving high C2 yields  </a:t>
          </a:r>
          <a:endParaRPr lang="en-IN" sz="3000" kern="1200"/>
        </a:p>
      </dsp:txBody>
      <dsp:txXfrm>
        <a:off x="35125" y="1586229"/>
        <a:ext cx="10445350" cy="649299"/>
      </dsp:txXfrm>
    </dsp:sp>
    <dsp:sp modelId="{34CDB483-A43F-4CEB-BFAC-06F2B321715B}">
      <dsp:nvSpPr>
        <dsp:cNvPr id="0" name=""/>
        <dsp:cNvSpPr/>
      </dsp:nvSpPr>
      <dsp:spPr>
        <a:xfrm>
          <a:off x="0" y="2270654"/>
          <a:ext cx="10515600" cy="105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under high-temperature reaction conditions, the thermodynamically favorable formation of undesired products(CO, CO2, and solid graphitic carbon) hinders the process. </a:t>
          </a:r>
          <a:endParaRPr lang="en-IN" sz="2300" kern="1200" dirty="0"/>
        </a:p>
      </dsp:txBody>
      <dsp:txXfrm>
        <a:off x="0" y="2270654"/>
        <a:ext cx="10515600" cy="10557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FC09C-BD29-4D41-A1C0-BC2DA0C5C454}">
      <dsp:nvSpPr>
        <dsp:cNvPr id="0" name=""/>
        <dsp:cNvSpPr/>
      </dsp:nvSpPr>
      <dsp:spPr>
        <a:xfrm>
          <a:off x="0" y="21039"/>
          <a:ext cx="10596879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Aim</a:t>
          </a:r>
        </a:p>
      </dsp:txBody>
      <dsp:txXfrm>
        <a:off x="34726" y="55765"/>
        <a:ext cx="10527427" cy="641908"/>
      </dsp:txXfrm>
    </dsp:sp>
    <dsp:sp modelId="{15C5723F-8FBF-401D-82B1-C6C7F82443AA}">
      <dsp:nvSpPr>
        <dsp:cNvPr id="0" name=""/>
        <dsp:cNvSpPr/>
      </dsp:nvSpPr>
      <dsp:spPr>
        <a:xfrm>
          <a:off x="0" y="732399"/>
          <a:ext cx="10596879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45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lrTx/>
            <a:buSzTx/>
            <a:buFont typeface="Arial" panose="020B0604020202020204" pitchFamily="34" charset="0"/>
            <a:buChar char="•"/>
          </a:pPr>
          <a:r>
            <a:rPr lang="en-IN" sz="2000" kern="1200" dirty="0"/>
            <a:t>Develop Machine Learning models for predicting conversion of methane into ethane (and propane).</a:t>
          </a:r>
        </a:p>
      </dsp:txBody>
      <dsp:txXfrm>
        <a:off x="0" y="732399"/>
        <a:ext cx="10596879" cy="629280"/>
      </dsp:txXfrm>
    </dsp:sp>
    <dsp:sp modelId="{D14B7925-0AC1-490E-B681-B8CE9C832A0C}">
      <dsp:nvSpPr>
        <dsp:cNvPr id="0" name=""/>
        <dsp:cNvSpPr/>
      </dsp:nvSpPr>
      <dsp:spPr>
        <a:xfrm>
          <a:off x="0" y="1381174"/>
          <a:ext cx="10596879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Inputs for models were:</a:t>
          </a:r>
        </a:p>
      </dsp:txBody>
      <dsp:txXfrm>
        <a:off x="34726" y="1415900"/>
        <a:ext cx="10527427" cy="641908"/>
      </dsp:txXfrm>
    </dsp:sp>
    <dsp:sp modelId="{14B26C1C-5887-4D12-9021-88D8780D870F}">
      <dsp:nvSpPr>
        <dsp:cNvPr id="0" name=""/>
        <dsp:cNvSpPr/>
      </dsp:nvSpPr>
      <dsp:spPr>
        <a:xfrm>
          <a:off x="0" y="2073039"/>
          <a:ext cx="10596879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45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Surface Area of Catalyst, GHSV, Flow rate, Catalyst used, CH4 conversion, Reactor used. </a:t>
          </a:r>
        </a:p>
      </dsp:txBody>
      <dsp:txXfrm>
        <a:off x="0" y="2073039"/>
        <a:ext cx="10596879" cy="629280"/>
      </dsp:txXfrm>
    </dsp:sp>
    <dsp:sp modelId="{8CF6D5F0-E076-4F79-AE63-78E94974DA10}">
      <dsp:nvSpPr>
        <dsp:cNvPr id="0" name=""/>
        <dsp:cNvSpPr/>
      </dsp:nvSpPr>
      <dsp:spPr>
        <a:xfrm>
          <a:off x="0" y="2702319"/>
          <a:ext cx="10596879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Output</a:t>
          </a:r>
          <a:r>
            <a:rPr lang="en-IN" sz="2000" kern="1200" dirty="0"/>
            <a:t>:</a:t>
          </a:r>
        </a:p>
      </dsp:txBody>
      <dsp:txXfrm>
        <a:off x="34726" y="2737045"/>
        <a:ext cx="10527427" cy="641908"/>
      </dsp:txXfrm>
    </dsp:sp>
    <dsp:sp modelId="{C321EAA1-53C6-4A7D-8481-5DBF5DBBDA95}">
      <dsp:nvSpPr>
        <dsp:cNvPr id="0" name=""/>
        <dsp:cNvSpPr/>
      </dsp:nvSpPr>
      <dsp:spPr>
        <a:xfrm>
          <a:off x="0" y="3413679"/>
          <a:ext cx="10596879" cy="62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45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C2 selectivity.</a:t>
          </a:r>
        </a:p>
      </dsp:txBody>
      <dsp:txXfrm>
        <a:off x="0" y="3413679"/>
        <a:ext cx="10596879" cy="6292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C71C9-2537-45DE-BA3C-27A93D9E3695}">
      <dsp:nvSpPr>
        <dsp:cNvPr id="0" name=""/>
        <dsp:cNvSpPr/>
      </dsp:nvSpPr>
      <dsp:spPr>
        <a:xfrm>
          <a:off x="62136" y="0"/>
          <a:ext cx="6624320" cy="1164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Data was collected from research papers which were then preprocessed.</a:t>
          </a:r>
          <a:endParaRPr lang="en-IN" sz="2200" kern="1200" dirty="0"/>
        </a:p>
      </dsp:txBody>
      <dsp:txXfrm>
        <a:off x="96244" y="34108"/>
        <a:ext cx="5269288" cy="1096323"/>
      </dsp:txXfrm>
    </dsp:sp>
    <dsp:sp modelId="{7625461A-9310-4AC4-AC05-5B95857A7DB3}">
      <dsp:nvSpPr>
        <dsp:cNvPr id="0" name=""/>
        <dsp:cNvSpPr/>
      </dsp:nvSpPr>
      <dsp:spPr>
        <a:xfrm>
          <a:off x="554786" y="1376273"/>
          <a:ext cx="6624320" cy="1164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Data Cleaning was done. MICE was used for data imputation.</a:t>
          </a:r>
        </a:p>
      </dsp:txBody>
      <dsp:txXfrm>
        <a:off x="588894" y="1410381"/>
        <a:ext cx="5244366" cy="1096323"/>
      </dsp:txXfrm>
    </dsp:sp>
    <dsp:sp modelId="{C339F57D-F5EC-4DC0-8BED-EB412C7F8D80}">
      <dsp:nvSpPr>
        <dsp:cNvPr id="0" name=""/>
        <dsp:cNvSpPr/>
      </dsp:nvSpPr>
      <dsp:spPr>
        <a:xfrm>
          <a:off x="1101293" y="2752547"/>
          <a:ext cx="6624320" cy="1164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Basic data analysis was done using Pair-plot and PCC heatmap which gave us a idea about relationship between inputs.</a:t>
          </a:r>
        </a:p>
      </dsp:txBody>
      <dsp:txXfrm>
        <a:off x="1135401" y="2786655"/>
        <a:ext cx="5252647" cy="1096323"/>
      </dsp:txXfrm>
    </dsp:sp>
    <dsp:sp modelId="{ABE8A666-5D87-4420-946A-76FCAE98F402}">
      <dsp:nvSpPr>
        <dsp:cNvPr id="0" name=""/>
        <dsp:cNvSpPr/>
      </dsp:nvSpPr>
      <dsp:spPr>
        <a:xfrm>
          <a:off x="1656079" y="4128820"/>
          <a:ext cx="6624320" cy="11645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Models</a:t>
          </a:r>
          <a:r>
            <a:rPr lang="en-IN" sz="2200" kern="1200" baseline="0" dirty="0"/>
            <a:t> were built on top this dataset.</a:t>
          </a:r>
          <a:endParaRPr lang="en-IN" sz="2200" kern="1200" dirty="0"/>
        </a:p>
      </dsp:txBody>
      <dsp:txXfrm>
        <a:off x="1690187" y="4162928"/>
        <a:ext cx="5244366" cy="1096323"/>
      </dsp:txXfrm>
    </dsp:sp>
    <dsp:sp modelId="{7B608BC8-971C-4D31-89A2-B97478E4E4AC}">
      <dsp:nvSpPr>
        <dsp:cNvPr id="0" name=""/>
        <dsp:cNvSpPr/>
      </dsp:nvSpPr>
      <dsp:spPr>
        <a:xfrm>
          <a:off x="5867369" y="891931"/>
          <a:ext cx="756950" cy="756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6037683" y="891931"/>
        <a:ext cx="416322" cy="569605"/>
      </dsp:txXfrm>
    </dsp:sp>
    <dsp:sp modelId="{2BD77D70-695B-47F0-B6C1-2033CB6826BC}">
      <dsp:nvSpPr>
        <dsp:cNvPr id="0" name=""/>
        <dsp:cNvSpPr/>
      </dsp:nvSpPr>
      <dsp:spPr>
        <a:xfrm>
          <a:off x="6422156" y="2268204"/>
          <a:ext cx="756950" cy="756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6592470" y="2268204"/>
        <a:ext cx="416322" cy="569605"/>
      </dsp:txXfrm>
    </dsp:sp>
    <dsp:sp modelId="{0B0BECE0-54D6-4F2D-931F-2B7D45724968}">
      <dsp:nvSpPr>
        <dsp:cNvPr id="0" name=""/>
        <dsp:cNvSpPr/>
      </dsp:nvSpPr>
      <dsp:spPr>
        <a:xfrm>
          <a:off x="6968662" y="3644478"/>
          <a:ext cx="756950" cy="75695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7138976" y="3644478"/>
        <a:ext cx="416322" cy="56960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53293-CF3F-47C8-8C46-899C1264526F}">
      <dsp:nvSpPr>
        <dsp:cNvPr id="0" name=""/>
        <dsp:cNvSpPr/>
      </dsp:nvSpPr>
      <dsp:spPr>
        <a:xfrm>
          <a:off x="0" y="0"/>
          <a:ext cx="5181600" cy="1326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C2 selectivity is negatively proportional to (gas hourly)space velocity.</a:t>
          </a:r>
        </a:p>
      </dsp:txBody>
      <dsp:txXfrm>
        <a:off x="64768" y="64768"/>
        <a:ext cx="5052064" cy="1197244"/>
      </dsp:txXfrm>
    </dsp:sp>
    <dsp:sp modelId="{979B111B-3126-49A7-A6C2-38AB82F5069C}">
      <dsp:nvSpPr>
        <dsp:cNvPr id="0" name=""/>
        <dsp:cNvSpPr/>
      </dsp:nvSpPr>
      <dsp:spPr>
        <a:xfrm>
          <a:off x="0" y="1512279"/>
          <a:ext cx="5181600" cy="1326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More amount of catalyst and Flow rate, Better C2 selectivity as observed in PCC.</a:t>
          </a:r>
        </a:p>
      </dsp:txBody>
      <dsp:txXfrm>
        <a:off x="64768" y="1577047"/>
        <a:ext cx="5052064" cy="1197244"/>
      </dsp:txXfrm>
    </dsp:sp>
    <dsp:sp modelId="{81B24EA2-F965-463A-95D7-B5934FC13B86}">
      <dsp:nvSpPr>
        <dsp:cNvPr id="0" name=""/>
        <dsp:cNvSpPr/>
      </dsp:nvSpPr>
      <dsp:spPr>
        <a:xfrm>
          <a:off x="0" y="3020499"/>
          <a:ext cx="5181600" cy="1326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C3 selectivity and CH4 conversion is directly proportional to Run time.</a:t>
          </a:r>
        </a:p>
      </dsp:txBody>
      <dsp:txXfrm>
        <a:off x="64768" y="3085267"/>
        <a:ext cx="5052064" cy="11972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C1847-FBBF-466E-B440-942A515EE8B6}">
      <dsp:nvSpPr>
        <dsp:cNvPr id="0" name=""/>
        <dsp:cNvSpPr/>
      </dsp:nvSpPr>
      <dsp:spPr>
        <a:xfrm>
          <a:off x="0" y="68392"/>
          <a:ext cx="10515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Tree based models are giving good accuracy:</a:t>
          </a:r>
        </a:p>
      </dsp:txBody>
      <dsp:txXfrm>
        <a:off x="42663" y="111055"/>
        <a:ext cx="10430274" cy="788627"/>
      </dsp:txXfrm>
    </dsp:sp>
    <dsp:sp modelId="{067B19BF-C3DD-43E2-9DF1-0C022C192ED6}">
      <dsp:nvSpPr>
        <dsp:cNvPr id="0" name=""/>
        <dsp:cNvSpPr/>
      </dsp:nvSpPr>
      <dsp:spPr>
        <a:xfrm>
          <a:off x="0" y="942345"/>
          <a:ext cx="10515600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Non-linear relationship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Irregular patterns</a:t>
          </a:r>
        </a:p>
      </dsp:txBody>
      <dsp:txXfrm>
        <a:off x="0" y="942345"/>
        <a:ext cx="10515600" cy="592020"/>
      </dsp:txXfrm>
    </dsp:sp>
    <dsp:sp modelId="{3512B13C-7BAA-4FE4-9020-01D2320A3B44}">
      <dsp:nvSpPr>
        <dsp:cNvPr id="0" name=""/>
        <dsp:cNvSpPr/>
      </dsp:nvSpPr>
      <dsp:spPr>
        <a:xfrm>
          <a:off x="0" y="2483258"/>
          <a:ext cx="10515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With highest accuracy, RMSE of 1.49 and R2 of 0.98.</a:t>
          </a:r>
        </a:p>
      </dsp:txBody>
      <dsp:txXfrm>
        <a:off x="42663" y="2525921"/>
        <a:ext cx="10430274" cy="788627"/>
      </dsp:txXfrm>
    </dsp:sp>
    <dsp:sp modelId="{282F2C1E-9DD6-485D-9952-634EB020079B}">
      <dsp:nvSpPr>
        <dsp:cNvPr id="0" name=""/>
        <dsp:cNvSpPr/>
      </dsp:nvSpPr>
      <dsp:spPr>
        <a:xfrm>
          <a:off x="0" y="1531395"/>
          <a:ext cx="10515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Decision model performed best.</a:t>
          </a:r>
        </a:p>
      </dsp:txBody>
      <dsp:txXfrm>
        <a:off x="42663" y="1574058"/>
        <a:ext cx="10430274" cy="788627"/>
      </dsp:txXfrm>
    </dsp:sp>
    <dsp:sp modelId="{33824DA6-42E0-47E3-B179-AD3C34D4AD83}">
      <dsp:nvSpPr>
        <dsp:cNvPr id="0" name=""/>
        <dsp:cNvSpPr/>
      </dsp:nvSpPr>
      <dsp:spPr>
        <a:xfrm>
          <a:off x="0" y="3408992"/>
          <a:ext cx="10515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From SHAP analysis, Space Velocity, Temperature and Amount of catalyst are important factors affecting this reaction.</a:t>
          </a:r>
        </a:p>
      </dsp:txBody>
      <dsp:txXfrm>
        <a:off x="42663" y="3451655"/>
        <a:ext cx="10430274" cy="788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6B68C-D4D4-4D76-BC99-B5FBCBD9AEBD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4E19D-89E1-484C-9D4B-FA7F61C99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9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AD8C-AEE8-3399-280B-E1EAD090F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8CC2F-4819-94A1-C570-4A8D15ED2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96C08-CD0C-24DA-8779-023CF937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1750-F99D-5CED-834E-35EA20F0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63DB9-92D4-3C4C-F87C-894D246E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5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2687-AC10-A694-DE59-FBFA11CF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5122-2C4B-360A-7E74-662ED730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DC17B-519A-84F8-A0D3-1275D3E7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8FEA6-319F-9F06-7450-60459B0E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64325-44DC-5B0A-CE7B-78C534AF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88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A051-1FA1-4B6F-FF6E-A8FD4CDF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CAA9C-6106-67EE-9A2D-BE2BF0A82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0E0C-29E5-1B02-0C83-F33123CE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222D-22D4-AE68-E875-F7DD9FEEE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9C540-C156-F9EF-250F-925964C7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03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EC66-B8C1-9FC9-F0A3-7830BF0E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6985A-278A-77F8-BD88-A91259DD2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7BB3B-A884-9458-5B09-EE99D8B5D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0397E-E93A-E52B-6665-44B917A5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D10DB-76BF-57B9-334B-1B9ACA85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D4C5C-83CE-C049-666A-41A1C501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40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5D93-A027-953B-A69A-1B326F53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FAA20-81FD-80A8-9056-4CECBA15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780F2-E820-4C3B-22CB-2D0BA2ABC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076EF-6C62-AC5A-BDD0-5971911B5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275B8-BE5E-1505-2799-1B761EFED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1DB74-A687-8FA5-BD6F-BB3EB421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3F88D-9EE4-0A24-D4B9-747EA412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440C5-7B0D-8234-6E31-1F1784CB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66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46DA-9496-1343-4497-E0A355ED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2083B-82D8-CFDC-249F-092F9BA1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3CBDE-8333-9A01-1A74-F95A51F61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1F4F7-6B31-7F93-B826-35DA5965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3D3D1-53CD-A336-69A1-BFC80264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09A0E-4421-3CBF-BD90-618E26B4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9F3B6-75E4-707D-7C84-4AEC48D4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55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256D-3E58-0746-CBB7-597BCBAF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F9C1-38E3-F9EC-7773-221B78126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9E0F4-C1CF-0571-D0C2-19502DA7F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E1B4A-60DD-0C14-E1DE-CFB37383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4EB3E-72A3-5691-39F9-EC8F6743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DB7EA-EDFE-98BF-7535-D113362F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7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3D08-AD5B-1F6F-B180-61457BC3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42472-29FB-F52D-8DBF-D0CD23F8B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A8298-E72F-BF2F-F8FE-CC14D984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E682F-ABB4-2107-8A24-C375E9D6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9134A-DD72-A784-BD56-414A84E5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5E774-D52E-314E-BA48-A02AE0DF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91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303F-1416-B711-C57F-625F2F4D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5412E-E87A-F477-158A-DB4662B56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BF7B1-2096-EB30-640C-4D39AF15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FE346-3695-26E9-7A7D-E6FA5EF1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3426-AA5E-6DC6-6DE1-4B6B677A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11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8CAE4-0390-5912-5573-5B7623244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607BF-2679-F11A-625B-C4F18AF00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BD4D-AB73-09E9-42C9-004F8F5A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7720E-24C2-0873-CE41-AF65E21A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60A3-F32E-FC60-AC66-070FFE77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8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B448D-D2DC-1C50-D31C-FA3A6D01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7E65-2F6F-436C-85BF-67068E86A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B802-EA2B-E75A-FE55-F0A7CD49A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EB01E5-AE83-4319-970A-0367097C0C10}" type="datetimeFigureOut">
              <a:rPr lang="en-IN" smtClean="0"/>
              <a:t>28-02-2024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3599E-FE2F-69BC-EF14-97E59B82C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8E38-1127-CC23-6A7C-B0C6D5BB3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245D4-479C-400C-BD1A-98243191D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pranavramchandra@iipe.ac.in" TargetMode="External"/><Relationship Id="rId2" Type="http://schemas.openxmlformats.org/officeDocument/2006/relationships/hyperlink" Target="mailto:hemanth.che@iipe.ac.i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76B0176-2FA7-44BE-A2BF-8DD89598C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177232"/>
              </p:ext>
            </p:extLst>
          </p:nvPr>
        </p:nvGraphicFramePr>
        <p:xfrm>
          <a:off x="665016" y="994476"/>
          <a:ext cx="10889673" cy="1150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43889" y="2306320"/>
            <a:ext cx="9144000" cy="115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IN" sz="1500" dirty="0"/>
              <a:t>Presented at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15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b="1" dirty="0"/>
              <a:t>   ICPHD’23,IIT </a:t>
            </a:r>
            <a:r>
              <a:rPr lang="en-IN" b="1" dirty="0" err="1"/>
              <a:t>Guwuhati</a:t>
            </a:r>
            <a:endParaRPr lang="en-IN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Date: 5/10/23</a:t>
            </a:r>
            <a:endParaRPr lang="en-IN" dirty="0"/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41FB53C6-903D-4097-AFB7-83AE58AC8A0D}"/>
              </a:ext>
            </a:extLst>
          </p:cNvPr>
          <p:cNvSpPr txBox="1">
            <a:spLocks/>
          </p:cNvSpPr>
          <p:nvPr/>
        </p:nvSpPr>
        <p:spPr>
          <a:xfrm>
            <a:off x="1719577" y="5131123"/>
            <a:ext cx="3848101" cy="9764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Dr. Hemanth Kumar </a:t>
            </a:r>
            <a:r>
              <a:rPr lang="en-US" sz="2000" dirty="0" err="1"/>
              <a:t>Tanneru</a:t>
            </a:r>
            <a:r>
              <a:rPr lang="en-US" sz="2000" dirty="0"/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Assistant Professor,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Indian Institute of Petroleum and Energy,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Visakhapatnam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57058B-7275-4520-BD32-95B7B8D5EA38}"/>
              </a:ext>
            </a:extLst>
          </p:cNvPr>
          <p:cNvSpPr/>
          <p:nvPr/>
        </p:nvSpPr>
        <p:spPr>
          <a:xfrm>
            <a:off x="3798163" y="3492907"/>
            <a:ext cx="4372443" cy="783193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dirty="0"/>
              <a:t>Pranav Sarda</a:t>
            </a:r>
          </a:p>
          <a:p>
            <a:pPr algn="ctr">
              <a:spcBef>
                <a:spcPts val="0"/>
              </a:spcBef>
              <a:buClr>
                <a:schemeClr val="dk1"/>
              </a:buClr>
              <a:buSzPts val="2400"/>
            </a:pPr>
            <a:endParaRPr lang="en-US" sz="1600" dirty="0"/>
          </a:p>
        </p:txBody>
      </p:sp>
      <p:pic>
        <p:nvPicPr>
          <p:cNvPr id="9" name="Content Placeholder 6" descr="H:\Desktop\logo creating -2 copy (2).png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2" y="4437739"/>
            <a:ext cx="1904998" cy="21154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3381877" y="4311731"/>
            <a:ext cx="54835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800" dirty="0"/>
              <a:t>Department of Chemical Engineering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800" dirty="0"/>
              <a:t>Indian Institute of Petroleum and Energy, Visakhapatnam</a:t>
            </a:r>
          </a:p>
          <a:p>
            <a:r>
              <a:rPr lang="en-US" dirty="0"/>
              <a:t>		Co-Authors</a:t>
            </a:r>
            <a:endParaRPr lang="en-IN" dirty="0"/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0416F26F-B5A8-3015-5396-1C8E75803502}"/>
              </a:ext>
            </a:extLst>
          </p:cNvPr>
          <p:cNvSpPr txBox="1">
            <a:spLocks/>
          </p:cNvSpPr>
          <p:nvPr/>
        </p:nvSpPr>
        <p:spPr>
          <a:xfrm>
            <a:off x="6248401" y="5131123"/>
            <a:ext cx="3848101" cy="9764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 err="1"/>
              <a:t>Iradat</a:t>
            </a:r>
            <a:r>
              <a:rPr lang="en-US" sz="2000" dirty="0"/>
              <a:t> Hussain </a:t>
            </a:r>
            <a:r>
              <a:rPr lang="en-US" sz="2000" dirty="0" err="1"/>
              <a:t>Mafat</a:t>
            </a:r>
            <a:r>
              <a:rPr lang="en-US" sz="2000" dirty="0"/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Research Scholar,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Indian Institute of Petroleum and Energy,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000" dirty="0"/>
              <a:t>Visakhapatnam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23CFE-8B04-4D05-93DB-033327C42B31}"/>
              </a:ext>
            </a:extLst>
          </p:cNvPr>
          <p:cNvSpPr txBox="1"/>
          <p:nvPr/>
        </p:nvSpPr>
        <p:spPr>
          <a:xfrm>
            <a:off x="245806" y="6243484"/>
            <a:ext cx="1904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 No: 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3DEA9-2A0B-E9B5-8E08-85D81816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IN" dirty="0" err="1"/>
              <a:t>utline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B37B50-A62A-01F2-E510-D0653FAF35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49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1F36-C306-3A6B-1AF2-77A0AD80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DF7C68-11A3-843D-E35B-408064B06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5592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41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253A-E0B0-F83F-2218-C19F6267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71DC4C-FF73-DA6A-F97E-FCF6CF951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483544"/>
              </p:ext>
            </p:extLst>
          </p:nvPr>
        </p:nvGraphicFramePr>
        <p:xfrm>
          <a:off x="838200" y="1825625"/>
          <a:ext cx="10515600" cy="3366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7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D7A1-63A0-5ED9-41E0-E14B3CFB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09F812-3432-62DD-2593-F61773ADE1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155054"/>
              </p:ext>
            </p:extLst>
          </p:nvPr>
        </p:nvGraphicFramePr>
        <p:xfrm>
          <a:off x="650240" y="1361441"/>
          <a:ext cx="10596880" cy="406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000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ABFE-BA90-D627-906A-FB7119DF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127F-AC5A-35A7-4EF8-FD6DCEBDE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/>
              <a:t>.</a:t>
            </a:r>
          </a:p>
          <a:p>
            <a:endParaRPr lang="en-IN" sz="2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FE2FABC-B066-0C94-993A-596D6D8CE2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644528"/>
              </p:ext>
            </p:extLst>
          </p:nvPr>
        </p:nvGraphicFramePr>
        <p:xfrm>
          <a:off x="1442720" y="1442720"/>
          <a:ext cx="8280400" cy="529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348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2D3D-7FD3-95F7-6DE7-3F2E5D72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3"/>
            <a:ext cx="10515600" cy="1325563"/>
          </a:xfrm>
        </p:spPr>
        <p:txBody>
          <a:bodyPr/>
          <a:lstStyle/>
          <a:p>
            <a:r>
              <a:rPr lang="en-IN" dirty="0"/>
              <a:t>Typical Dataset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8367D5-C1FB-FD7E-BF74-FEBEFA78B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1774" y="1530657"/>
            <a:ext cx="5181600" cy="4351338"/>
          </a:xfrm>
        </p:spPr>
        <p:txBody>
          <a:bodyPr/>
          <a:lstStyle/>
          <a:p>
            <a:r>
              <a:rPr lang="en-IN" dirty="0"/>
              <a:t>X in dataset: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Y in dataset: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CC314-BC9A-7684-1C86-4635637C4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81" y="1985837"/>
            <a:ext cx="6834068" cy="2316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C17274-1FF3-D5D5-A436-855AB3430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090" y="4591663"/>
            <a:ext cx="1174370" cy="191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4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832A-2F43-38C6-266E-2D369AC5A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137EC-F6AA-2941-04EB-9F102C044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45005"/>
              </p:ext>
            </p:extLst>
          </p:nvPr>
        </p:nvGraphicFramePr>
        <p:xfrm>
          <a:off x="679900" y="485706"/>
          <a:ext cx="9516140" cy="49805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1344">
                  <a:extLst>
                    <a:ext uri="{9D8B030D-6E8A-4147-A177-3AD203B41FA5}">
                      <a16:colId xmlns:a16="http://schemas.microsoft.com/office/drawing/2014/main" val="2295331733"/>
                    </a:ext>
                  </a:extLst>
                </a:gridCol>
                <a:gridCol w="1586199">
                  <a:extLst>
                    <a:ext uri="{9D8B030D-6E8A-4147-A177-3AD203B41FA5}">
                      <a16:colId xmlns:a16="http://schemas.microsoft.com/office/drawing/2014/main" val="4099991151"/>
                    </a:ext>
                  </a:extLst>
                </a:gridCol>
                <a:gridCol w="1586199">
                  <a:extLst>
                    <a:ext uri="{9D8B030D-6E8A-4147-A177-3AD203B41FA5}">
                      <a16:colId xmlns:a16="http://schemas.microsoft.com/office/drawing/2014/main" val="1792697936"/>
                    </a:ext>
                  </a:extLst>
                </a:gridCol>
                <a:gridCol w="1586199">
                  <a:extLst>
                    <a:ext uri="{9D8B030D-6E8A-4147-A177-3AD203B41FA5}">
                      <a16:colId xmlns:a16="http://schemas.microsoft.com/office/drawing/2014/main" val="78898666"/>
                    </a:ext>
                  </a:extLst>
                </a:gridCol>
                <a:gridCol w="1586199">
                  <a:extLst>
                    <a:ext uri="{9D8B030D-6E8A-4147-A177-3AD203B41FA5}">
                      <a16:colId xmlns:a16="http://schemas.microsoft.com/office/drawing/2014/main" val="1389089652"/>
                    </a:ext>
                  </a:extLst>
                </a:gridCol>
              </a:tblGrid>
              <a:tr h="568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Models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R</a:t>
                      </a:r>
                      <a:r>
                        <a:rPr lang="en-IN" sz="1800" kern="100" baseline="30000">
                          <a:effectLst/>
                        </a:rPr>
                        <a:t>2 </a:t>
                      </a:r>
                      <a:r>
                        <a:rPr lang="en-IN" sz="1800" kern="100">
                          <a:effectLst/>
                        </a:rPr>
                        <a:t>(%)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RMSE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743210"/>
                  </a:ext>
                </a:extLst>
              </a:tr>
              <a:tr h="56889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XG boost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0.75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 7.01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6963905"/>
                  </a:ext>
                </a:extLst>
              </a:tr>
              <a:tr h="5688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Training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0.89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Training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 5.45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4188540"/>
                  </a:ext>
                </a:extLst>
              </a:tr>
              <a:tr h="56889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Gradient Boost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0.71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Testing set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 7.75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1620040"/>
                  </a:ext>
                </a:extLst>
              </a:tr>
              <a:tr h="5688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Training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0.98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Training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 1.89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2761749"/>
                  </a:ext>
                </a:extLst>
              </a:tr>
              <a:tr h="568898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0.98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 1.49 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7678443"/>
                  </a:ext>
                </a:extLst>
              </a:tr>
              <a:tr h="5688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Training set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0.99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Training set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1.48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6459255"/>
                  </a:ext>
                </a:extLst>
              </a:tr>
              <a:tr h="505942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Random Forest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Testing set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0.94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Testing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2.82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4936035"/>
                  </a:ext>
                </a:extLst>
              </a:tr>
              <a:tr h="4923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>
                          <a:effectLst/>
                        </a:rPr>
                        <a:t>Training set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0.96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Training set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kern="100" dirty="0">
                          <a:effectLst/>
                        </a:rPr>
                        <a:t> 3.43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49222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ADB2CC2-41BB-0209-6FB7-B65C3DB4953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4937238" y="-21266"/>
            <a:ext cx="171292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4F2AF7-C62E-151D-3945-FDB1F1BA219F}"/>
              </a:ext>
            </a:extLst>
          </p:cNvPr>
          <p:cNvSpPr/>
          <p:nvPr/>
        </p:nvSpPr>
        <p:spPr>
          <a:xfrm>
            <a:off x="5427922" y="3275146"/>
            <a:ext cx="658030" cy="3478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2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70A4E-7981-4E96-B339-91BB6A99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494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Heatmap Analysis Of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675905-AE1D-E0F2-0A6C-5D6B756C13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3" y="1353676"/>
            <a:ext cx="6545139" cy="5561183"/>
          </a:xfr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50E63-4FD4-BA1B-A9CD-B84E92137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9899342"/>
              </p:ext>
            </p:extLst>
          </p:nvPr>
        </p:nvGraphicFramePr>
        <p:xfrm>
          <a:off x="6604821" y="1353676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989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229E-6B89-0907-A4E1-0826D2A4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59"/>
            <a:ext cx="10515600" cy="1325563"/>
          </a:xfrm>
        </p:spPr>
        <p:txBody>
          <a:bodyPr/>
          <a:lstStyle/>
          <a:p>
            <a:r>
              <a:rPr lang="en-IN" dirty="0"/>
              <a:t>Actual VS Predicted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29E0ED-E418-5669-BC6E-30AE27279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45648"/>
              </p:ext>
            </p:extLst>
          </p:nvPr>
        </p:nvGraphicFramePr>
        <p:xfrm>
          <a:off x="6813755" y="2074606"/>
          <a:ext cx="5132440" cy="14102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8195">
                  <a:extLst>
                    <a:ext uri="{9D8B030D-6E8A-4147-A177-3AD203B41FA5}">
                      <a16:colId xmlns:a16="http://schemas.microsoft.com/office/drawing/2014/main" val="536576589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3230468381"/>
                    </a:ext>
                  </a:extLst>
                </a:gridCol>
                <a:gridCol w="707923">
                  <a:extLst>
                    <a:ext uri="{9D8B030D-6E8A-4147-A177-3AD203B41FA5}">
                      <a16:colId xmlns:a16="http://schemas.microsoft.com/office/drawing/2014/main" val="3516379988"/>
                    </a:ext>
                  </a:extLst>
                </a:gridCol>
                <a:gridCol w="1150374">
                  <a:extLst>
                    <a:ext uri="{9D8B030D-6E8A-4147-A177-3AD203B41FA5}">
                      <a16:colId xmlns:a16="http://schemas.microsoft.com/office/drawing/2014/main" val="556323903"/>
                    </a:ext>
                  </a:extLst>
                </a:gridCol>
                <a:gridCol w="894735">
                  <a:extLst>
                    <a:ext uri="{9D8B030D-6E8A-4147-A177-3AD203B41FA5}">
                      <a16:colId xmlns:a16="http://schemas.microsoft.com/office/drawing/2014/main" val="3086051220"/>
                    </a:ext>
                  </a:extLst>
                </a:gridCol>
              </a:tblGrid>
              <a:tr h="705126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Testing set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 0.99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Testing set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 1.49 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5578034"/>
                  </a:ext>
                </a:extLst>
              </a:tr>
              <a:tr h="7051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Training set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 0.99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Training set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 1.48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34218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8AC72A-7097-6A87-C174-AB7562F70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648518"/>
              </p:ext>
            </p:extLst>
          </p:nvPr>
        </p:nvGraphicFramePr>
        <p:xfrm>
          <a:off x="6807841" y="1568678"/>
          <a:ext cx="5132440" cy="521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0477">
                  <a:extLst>
                    <a:ext uri="{9D8B030D-6E8A-4147-A177-3AD203B41FA5}">
                      <a16:colId xmlns:a16="http://schemas.microsoft.com/office/drawing/2014/main" val="3037714150"/>
                    </a:ext>
                  </a:extLst>
                </a:gridCol>
                <a:gridCol w="1789929">
                  <a:extLst>
                    <a:ext uri="{9D8B030D-6E8A-4147-A177-3AD203B41FA5}">
                      <a16:colId xmlns:a16="http://schemas.microsoft.com/office/drawing/2014/main" val="2116816127"/>
                    </a:ext>
                  </a:extLst>
                </a:gridCol>
                <a:gridCol w="2072034">
                  <a:extLst>
                    <a:ext uri="{9D8B030D-6E8A-4147-A177-3AD203B41FA5}">
                      <a16:colId xmlns:a16="http://schemas.microsoft.com/office/drawing/2014/main" val="4273882732"/>
                    </a:ext>
                  </a:extLst>
                </a:gridCol>
              </a:tblGrid>
              <a:tr h="521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Model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062" marR="620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R</a:t>
                      </a:r>
                      <a:r>
                        <a:rPr lang="en-IN" sz="1600" kern="100" baseline="30000" dirty="0">
                          <a:effectLst/>
                        </a:rPr>
                        <a:t>2 </a:t>
                      </a:r>
                      <a:r>
                        <a:rPr lang="en-IN" sz="1600" kern="100" dirty="0">
                          <a:effectLst/>
                        </a:rPr>
                        <a:t>(%)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062" marR="6206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RMSE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062" marR="62062" marT="0" marB="0"/>
                </a:tc>
                <a:extLst>
                  <a:ext uri="{0D108BD9-81ED-4DB2-BD59-A6C34878D82A}">
                    <a16:rowId xmlns:a16="http://schemas.microsoft.com/office/drawing/2014/main" val="325179634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028FB6D-65AA-BF32-F2F5-16ABE750C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0634"/>
            <a:ext cx="5891935" cy="45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52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E306-1C57-48B0-DC57-DB1761A8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IN" dirty="0"/>
              <a:t>SHAP analysis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15695F8-7CDE-BA3E-2C2C-F179CDBDC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04" y="1268361"/>
            <a:ext cx="10387846" cy="553542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07B3F9-201A-BF92-2E6B-42CC5F2F6DF8}"/>
              </a:ext>
            </a:extLst>
          </p:cNvPr>
          <p:cNvSpPr/>
          <p:nvPr/>
        </p:nvSpPr>
        <p:spPr>
          <a:xfrm>
            <a:off x="3677265" y="3165987"/>
            <a:ext cx="176980" cy="2630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7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BBF3-819D-CB1E-551E-526605EB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D2DC2D-1656-B547-06E8-3185C945B7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2870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192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A5D39E-60C7-4EA3-97A9-375615F0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C7E7-EBE3-C952-AB15-8669F9D1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Contact:</a:t>
            </a:r>
          </a:p>
          <a:p>
            <a:r>
              <a:rPr lang="en-US" dirty="0">
                <a:hlinkClick r:id="rId2"/>
              </a:rPr>
              <a:t>hemanth.che@iipe.ac.in</a:t>
            </a:r>
            <a:r>
              <a:rPr lang="en-US" dirty="0"/>
              <a:t>				</a:t>
            </a:r>
            <a:r>
              <a:rPr lang="en-US" dirty="0">
                <a:hlinkClick r:id="rId3"/>
              </a:rPr>
              <a:t>pranavramchandra@iipe.ac.in</a:t>
            </a:r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492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8ED1F9-4EE1-4786-8B00-E02D222AF4C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8327</TotalTime>
  <Words>564</Words>
  <Application>Microsoft Office PowerPoint</Application>
  <PresentationFormat>Widescreen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Outline</vt:lpstr>
      <vt:lpstr>Introduction</vt:lpstr>
      <vt:lpstr>Introduction</vt:lpstr>
      <vt:lpstr>Objective</vt:lpstr>
      <vt:lpstr>Materials and Methods</vt:lpstr>
      <vt:lpstr>Typical Dataset</vt:lpstr>
      <vt:lpstr>PowerPoint Presentation</vt:lpstr>
      <vt:lpstr>Heatmap Analysis Of Data</vt:lpstr>
      <vt:lpstr>Actual VS Predicted</vt:lpstr>
      <vt:lpstr>SHAP analysis</vt:lpstr>
      <vt:lpstr>Conclusion and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Pranav Sarda</dc:creator>
  <cp:lastModifiedBy>Pranav Sarda</cp:lastModifiedBy>
  <cp:revision>12</cp:revision>
  <dcterms:created xsi:type="dcterms:W3CDTF">2023-10-25T19:47:28Z</dcterms:created>
  <dcterms:modified xsi:type="dcterms:W3CDTF">2024-02-28T07:15:41Z</dcterms:modified>
</cp:coreProperties>
</file>